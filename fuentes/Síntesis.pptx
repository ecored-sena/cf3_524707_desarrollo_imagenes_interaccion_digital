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theme/theme1.xml" ContentType="application/vnd.openxmlformats-officedocument.them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53" d="100"/>
          <a:sy n="53" d="100"/>
        </p:scale>
        <p:origin x="132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2F2F49-A19B-485E-896E-246931103707}" type="doc">
      <dgm:prSet loTypeId="urn:microsoft.com/office/officeart/2005/8/layout/orgChart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MX"/>
        </a:p>
      </dgm:t>
    </dgm:pt>
    <dgm:pt modelId="{7A82E86B-5AC5-4180-8844-80E7B1C8BA9A}">
      <dgm:prSet custT="1"/>
      <dgm:spPr/>
      <dgm:t>
        <a:bodyPr/>
        <a:lstStyle/>
        <a:p>
          <a:r>
            <a:rPr lang="es-MX" sz="1200" b="1" dirty="0"/>
            <a:t>FUNDAMENTOS DE LA ANIMACIÓN</a:t>
          </a:r>
          <a:endParaRPr lang="es-MX" sz="1200" dirty="0"/>
        </a:p>
      </dgm:t>
    </dgm:pt>
    <dgm:pt modelId="{88775167-2912-4E2C-9D1E-66D608EA22CA}" type="parTrans" cxnId="{EC759006-EDC5-4F69-9055-DA89D8CEC93C}">
      <dgm:prSet/>
      <dgm:spPr/>
      <dgm:t>
        <a:bodyPr/>
        <a:lstStyle/>
        <a:p>
          <a:endParaRPr lang="es-MX" sz="2000"/>
        </a:p>
      </dgm:t>
    </dgm:pt>
    <dgm:pt modelId="{F5ED4DAA-D0EE-4EEB-8AF3-B40788F0F3F8}" type="sibTrans" cxnId="{EC759006-EDC5-4F69-9055-DA89D8CEC93C}">
      <dgm:prSet/>
      <dgm:spPr/>
      <dgm:t>
        <a:bodyPr/>
        <a:lstStyle/>
        <a:p>
          <a:endParaRPr lang="es-MX" sz="2000"/>
        </a:p>
      </dgm:t>
    </dgm:pt>
    <dgm:pt modelId="{98BB412C-8166-402E-A1AB-7DA537E4625D}">
      <dgm:prSet custT="1"/>
      <dgm:spPr/>
      <dgm:t>
        <a:bodyPr/>
        <a:lstStyle/>
        <a:p>
          <a:r>
            <a:rPr lang="es-MX" sz="1200" b="1"/>
            <a:t>Historia</a:t>
          </a:r>
          <a:endParaRPr lang="es-MX" sz="1200"/>
        </a:p>
      </dgm:t>
    </dgm:pt>
    <dgm:pt modelId="{DFF45D79-44B9-4E3F-8633-E31271570D24}" type="parTrans" cxnId="{2FB3D30E-7AEE-4E9D-8148-5EFF4BA90E6A}">
      <dgm:prSet/>
      <dgm:spPr/>
      <dgm:t>
        <a:bodyPr/>
        <a:lstStyle/>
        <a:p>
          <a:endParaRPr lang="es-MX" sz="2000"/>
        </a:p>
      </dgm:t>
    </dgm:pt>
    <dgm:pt modelId="{309C854F-04BF-4463-9B58-00B69F17A2D4}" type="sibTrans" cxnId="{2FB3D30E-7AEE-4E9D-8148-5EFF4BA90E6A}">
      <dgm:prSet/>
      <dgm:spPr/>
      <dgm:t>
        <a:bodyPr/>
        <a:lstStyle/>
        <a:p>
          <a:endParaRPr lang="es-MX" sz="2000"/>
        </a:p>
      </dgm:t>
    </dgm:pt>
    <dgm:pt modelId="{6CC038CA-F9B1-48E0-AD3C-45D9B5908F22}">
      <dgm:prSet custT="1"/>
      <dgm:spPr/>
      <dgm:t>
        <a:bodyPr/>
        <a:lstStyle/>
        <a:p>
          <a:r>
            <a:rPr lang="es-MX" sz="1200"/>
            <a:t>Antecedentes prehistóricos</a:t>
          </a:r>
        </a:p>
      </dgm:t>
    </dgm:pt>
    <dgm:pt modelId="{CD751804-E027-44E9-8BAF-248B328ADA56}" type="parTrans" cxnId="{BC4B13A4-83AC-4918-8DD5-F8EEFF56AD54}">
      <dgm:prSet/>
      <dgm:spPr/>
      <dgm:t>
        <a:bodyPr/>
        <a:lstStyle/>
        <a:p>
          <a:endParaRPr lang="es-MX" sz="2000"/>
        </a:p>
      </dgm:t>
    </dgm:pt>
    <dgm:pt modelId="{D6B03334-F64E-4223-B28C-9EF454E4000C}" type="sibTrans" cxnId="{BC4B13A4-83AC-4918-8DD5-F8EEFF56AD54}">
      <dgm:prSet/>
      <dgm:spPr/>
      <dgm:t>
        <a:bodyPr/>
        <a:lstStyle/>
        <a:p>
          <a:endParaRPr lang="es-MX" sz="2000"/>
        </a:p>
      </dgm:t>
    </dgm:pt>
    <dgm:pt modelId="{651FE1AB-BD9A-4397-9207-7CA0949A5B48}">
      <dgm:prSet custT="1"/>
      <dgm:spPr/>
      <dgm:t>
        <a:bodyPr/>
        <a:lstStyle/>
        <a:p>
          <a:r>
            <a:rPr lang="es-MX" sz="1200"/>
            <a:t>Dispositivos ópticos</a:t>
          </a:r>
        </a:p>
      </dgm:t>
    </dgm:pt>
    <dgm:pt modelId="{A04E3F5B-DD22-418A-8BCB-9DBBD2554723}" type="parTrans" cxnId="{28633A58-11E3-4B77-B441-8F8BD589C7E3}">
      <dgm:prSet/>
      <dgm:spPr/>
      <dgm:t>
        <a:bodyPr/>
        <a:lstStyle/>
        <a:p>
          <a:endParaRPr lang="es-MX" sz="2000"/>
        </a:p>
      </dgm:t>
    </dgm:pt>
    <dgm:pt modelId="{C27EB5B5-1DBD-4E9F-A6A4-BF15BA42CC7C}" type="sibTrans" cxnId="{28633A58-11E3-4B77-B441-8F8BD589C7E3}">
      <dgm:prSet/>
      <dgm:spPr/>
      <dgm:t>
        <a:bodyPr/>
        <a:lstStyle/>
        <a:p>
          <a:endParaRPr lang="es-MX" sz="2000"/>
        </a:p>
      </dgm:t>
    </dgm:pt>
    <dgm:pt modelId="{52D815F6-A2C3-4EB8-A371-4B85CF9A83E9}">
      <dgm:prSet custT="1"/>
      <dgm:spPr/>
      <dgm:t>
        <a:bodyPr/>
        <a:lstStyle/>
        <a:p>
          <a:r>
            <a:rPr lang="es-MX" sz="1200"/>
            <a:t>Cine animado</a:t>
          </a:r>
        </a:p>
      </dgm:t>
    </dgm:pt>
    <dgm:pt modelId="{F290C86E-AE61-4177-AA1D-5CA7F9B47FC1}" type="parTrans" cxnId="{62A7B621-0865-4207-ADF7-817734BD4EF1}">
      <dgm:prSet/>
      <dgm:spPr/>
      <dgm:t>
        <a:bodyPr/>
        <a:lstStyle/>
        <a:p>
          <a:endParaRPr lang="es-MX" sz="2000"/>
        </a:p>
      </dgm:t>
    </dgm:pt>
    <dgm:pt modelId="{A4235A19-6A6D-4D87-BC6C-F4472D95D8F4}" type="sibTrans" cxnId="{62A7B621-0865-4207-ADF7-817734BD4EF1}">
      <dgm:prSet/>
      <dgm:spPr/>
      <dgm:t>
        <a:bodyPr/>
        <a:lstStyle/>
        <a:p>
          <a:endParaRPr lang="es-MX" sz="2000"/>
        </a:p>
      </dgm:t>
    </dgm:pt>
    <dgm:pt modelId="{7B4C333C-4155-4097-A1AF-C0FFFB13AC33}">
      <dgm:prSet custT="1"/>
      <dgm:spPr/>
      <dgm:t>
        <a:bodyPr/>
        <a:lstStyle/>
        <a:p>
          <a:r>
            <a:rPr lang="es-MX" sz="1200"/>
            <a:t>Animación digital e IA</a:t>
          </a:r>
        </a:p>
      </dgm:t>
    </dgm:pt>
    <dgm:pt modelId="{098D2ABE-3176-44A9-A826-346E30B1C369}" type="parTrans" cxnId="{5206D01B-B80F-4E23-B954-9C5A12C3791A}">
      <dgm:prSet/>
      <dgm:spPr/>
      <dgm:t>
        <a:bodyPr/>
        <a:lstStyle/>
        <a:p>
          <a:endParaRPr lang="es-MX" sz="2000"/>
        </a:p>
      </dgm:t>
    </dgm:pt>
    <dgm:pt modelId="{5D764F2D-D21D-484D-AAE5-E791C7E57B9C}" type="sibTrans" cxnId="{5206D01B-B80F-4E23-B954-9C5A12C3791A}">
      <dgm:prSet/>
      <dgm:spPr/>
      <dgm:t>
        <a:bodyPr/>
        <a:lstStyle/>
        <a:p>
          <a:endParaRPr lang="es-MX" sz="2000"/>
        </a:p>
      </dgm:t>
    </dgm:pt>
    <dgm:pt modelId="{5FCD322C-5D3F-4D5C-A7D2-34EF06DF685E}">
      <dgm:prSet custT="1"/>
      <dgm:spPr/>
      <dgm:t>
        <a:bodyPr/>
        <a:lstStyle/>
        <a:p>
          <a:r>
            <a:rPr lang="es-MX" sz="1200" b="1"/>
            <a:t>Técnicas</a:t>
          </a:r>
          <a:endParaRPr lang="es-MX" sz="1200"/>
        </a:p>
      </dgm:t>
    </dgm:pt>
    <dgm:pt modelId="{037D3F56-714B-401D-BA53-40D5CE114109}" type="parTrans" cxnId="{28C47394-F470-4E24-BBA8-CD0D15A5B0D6}">
      <dgm:prSet/>
      <dgm:spPr/>
      <dgm:t>
        <a:bodyPr/>
        <a:lstStyle/>
        <a:p>
          <a:endParaRPr lang="es-MX" sz="2000"/>
        </a:p>
      </dgm:t>
    </dgm:pt>
    <dgm:pt modelId="{02111A7B-C0ED-4004-9700-44EB5A157B3C}" type="sibTrans" cxnId="{28C47394-F470-4E24-BBA8-CD0D15A5B0D6}">
      <dgm:prSet/>
      <dgm:spPr/>
      <dgm:t>
        <a:bodyPr/>
        <a:lstStyle/>
        <a:p>
          <a:endParaRPr lang="es-MX" sz="2000"/>
        </a:p>
      </dgm:t>
    </dgm:pt>
    <dgm:pt modelId="{54A6F046-0114-438B-9A15-77FEBC4B6C6C}">
      <dgm:prSet custT="1"/>
      <dgm:spPr/>
      <dgm:t>
        <a:bodyPr/>
        <a:lstStyle/>
        <a:p>
          <a:r>
            <a:rPr lang="es-MX" sz="1200"/>
            <a:t>Tradicional</a:t>
          </a:r>
        </a:p>
      </dgm:t>
    </dgm:pt>
    <dgm:pt modelId="{72BC7BBC-8726-4F2C-9FB6-E8FB5E179C4F}" type="parTrans" cxnId="{07F2497B-6DA7-4B30-B388-EBEF1CF02A0F}">
      <dgm:prSet/>
      <dgm:spPr/>
      <dgm:t>
        <a:bodyPr/>
        <a:lstStyle/>
        <a:p>
          <a:endParaRPr lang="es-MX" sz="2000"/>
        </a:p>
      </dgm:t>
    </dgm:pt>
    <dgm:pt modelId="{862667EE-6468-4564-B313-ED4A2AA89F9E}" type="sibTrans" cxnId="{07F2497B-6DA7-4B30-B388-EBEF1CF02A0F}">
      <dgm:prSet/>
      <dgm:spPr/>
      <dgm:t>
        <a:bodyPr/>
        <a:lstStyle/>
        <a:p>
          <a:endParaRPr lang="es-MX" sz="2000"/>
        </a:p>
      </dgm:t>
    </dgm:pt>
    <dgm:pt modelId="{C9F7BACE-CF62-4216-8486-994C3363B71A}">
      <dgm:prSet custT="1"/>
      <dgm:spPr/>
      <dgm:t>
        <a:bodyPr/>
        <a:lstStyle/>
        <a:p>
          <a:r>
            <a:rPr lang="es-MX" sz="1200" i="1"/>
            <a:t>2D</a:t>
          </a:r>
          <a:endParaRPr lang="es-MX" sz="1200"/>
        </a:p>
      </dgm:t>
    </dgm:pt>
    <dgm:pt modelId="{080AB240-B708-4257-89AA-0791985F48DD}" type="parTrans" cxnId="{F379D86A-2EC6-49D6-BFFE-EB481AD26ED1}">
      <dgm:prSet/>
      <dgm:spPr/>
      <dgm:t>
        <a:bodyPr/>
        <a:lstStyle/>
        <a:p>
          <a:endParaRPr lang="es-MX" sz="2000"/>
        </a:p>
      </dgm:t>
    </dgm:pt>
    <dgm:pt modelId="{A3D9DA40-DFB7-486C-AF31-EE878F7BB798}" type="sibTrans" cxnId="{F379D86A-2EC6-49D6-BFFE-EB481AD26ED1}">
      <dgm:prSet/>
      <dgm:spPr/>
      <dgm:t>
        <a:bodyPr/>
        <a:lstStyle/>
        <a:p>
          <a:endParaRPr lang="es-MX" sz="2000"/>
        </a:p>
      </dgm:t>
    </dgm:pt>
    <dgm:pt modelId="{BF9C5880-D4F7-41C5-9222-AB12AED5F044}">
      <dgm:prSet custT="1"/>
      <dgm:spPr/>
      <dgm:t>
        <a:bodyPr/>
        <a:lstStyle/>
        <a:p>
          <a:r>
            <a:rPr lang="es-MX" sz="1200" i="1"/>
            <a:t>Stop Motion</a:t>
          </a:r>
          <a:endParaRPr lang="es-MX" sz="1200"/>
        </a:p>
      </dgm:t>
    </dgm:pt>
    <dgm:pt modelId="{0B8FEC00-2B33-4D80-9AE6-708F9D265C03}" type="parTrans" cxnId="{095F2380-D162-4A75-BE30-59D7A988D0D8}">
      <dgm:prSet/>
      <dgm:spPr/>
      <dgm:t>
        <a:bodyPr/>
        <a:lstStyle/>
        <a:p>
          <a:endParaRPr lang="es-MX" sz="2000"/>
        </a:p>
      </dgm:t>
    </dgm:pt>
    <dgm:pt modelId="{8C72403C-9124-4DBE-A7C4-D531C5EA132D}" type="sibTrans" cxnId="{095F2380-D162-4A75-BE30-59D7A988D0D8}">
      <dgm:prSet/>
      <dgm:spPr/>
      <dgm:t>
        <a:bodyPr/>
        <a:lstStyle/>
        <a:p>
          <a:endParaRPr lang="es-MX" sz="2000"/>
        </a:p>
      </dgm:t>
    </dgm:pt>
    <dgm:pt modelId="{24F04B7E-DBCB-4D1E-9604-6F18E002899D}">
      <dgm:prSet custT="1"/>
      <dgm:spPr/>
      <dgm:t>
        <a:bodyPr/>
        <a:lstStyle/>
        <a:p>
          <a:r>
            <a:rPr lang="es-MX" sz="1200" i="1"/>
            <a:t>Motion Graphics</a:t>
          </a:r>
          <a:endParaRPr lang="es-MX" sz="1200"/>
        </a:p>
      </dgm:t>
    </dgm:pt>
    <dgm:pt modelId="{874701C3-54F7-4F1B-BC9E-03BEB0BF15B8}" type="parTrans" cxnId="{034403E9-3D01-43BB-A8FF-26C40CEC44B2}">
      <dgm:prSet/>
      <dgm:spPr/>
      <dgm:t>
        <a:bodyPr/>
        <a:lstStyle/>
        <a:p>
          <a:endParaRPr lang="es-MX" sz="2000"/>
        </a:p>
      </dgm:t>
    </dgm:pt>
    <dgm:pt modelId="{B4C50441-9189-4267-A61B-0ECC229FCD33}" type="sibTrans" cxnId="{034403E9-3D01-43BB-A8FF-26C40CEC44B2}">
      <dgm:prSet/>
      <dgm:spPr/>
      <dgm:t>
        <a:bodyPr/>
        <a:lstStyle/>
        <a:p>
          <a:endParaRPr lang="es-MX" sz="2000"/>
        </a:p>
      </dgm:t>
    </dgm:pt>
    <dgm:pt modelId="{35C724B6-7E6D-4B46-A070-FD8579BE3C97}">
      <dgm:prSet custT="1"/>
      <dgm:spPr/>
      <dgm:t>
        <a:bodyPr/>
        <a:lstStyle/>
        <a:p>
          <a:r>
            <a:rPr lang="es-MX" sz="1200" i="1"/>
            <a:t>3D</a:t>
          </a:r>
          <a:endParaRPr lang="es-MX" sz="1200"/>
        </a:p>
      </dgm:t>
    </dgm:pt>
    <dgm:pt modelId="{F1F51FE5-5D44-4FF2-B3B3-1EDF3F6A56E0}" type="parTrans" cxnId="{259E504D-2CE1-4550-BB47-61F23A9154A6}">
      <dgm:prSet/>
      <dgm:spPr/>
      <dgm:t>
        <a:bodyPr/>
        <a:lstStyle/>
        <a:p>
          <a:endParaRPr lang="es-MX" sz="2000"/>
        </a:p>
      </dgm:t>
    </dgm:pt>
    <dgm:pt modelId="{C12340C7-61B9-4676-A30C-76A82DD43D98}" type="sibTrans" cxnId="{259E504D-2CE1-4550-BB47-61F23A9154A6}">
      <dgm:prSet/>
      <dgm:spPr/>
      <dgm:t>
        <a:bodyPr/>
        <a:lstStyle/>
        <a:p>
          <a:endParaRPr lang="es-MX" sz="2000"/>
        </a:p>
      </dgm:t>
    </dgm:pt>
    <dgm:pt modelId="{E72546ED-BA8C-49D9-971D-861FD1D5B543}">
      <dgm:prSet custT="1"/>
      <dgm:spPr/>
      <dgm:t>
        <a:bodyPr/>
        <a:lstStyle/>
        <a:p>
          <a:r>
            <a:rPr lang="es-MX" sz="1200" b="1"/>
            <a:t>Principios</a:t>
          </a:r>
          <a:endParaRPr lang="es-MX" sz="1200"/>
        </a:p>
      </dgm:t>
    </dgm:pt>
    <dgm:pt modelId="{6FF68B90-BC2D-45CF-B6A8-DDE505664A74}" type="parTrans" cxnId="{9994EDAE-DDAC-4EB9-AF57-CA658CA67713}">
      <dgm:prSet/>
      <dgm:spPr/>
      <dgm:t>
        <a:bodyPr/>
        <a:lstStyle/>
        <a:p>
          <a:endParaRPr lang="es-MX" sz="2000"/>
        </a:p>
      </dgm:t>
    </dgm:pt>
    <dgm:pt modelId="{AE0211DF-698F-4E19-A5E8-61C926A138B0}" type="sibTrans" cxnId="{9994EDAE-DDAC-4EB9-AF57-CA658CA67713}">
      <dgm:prSet/>
      <dgm:spPr/>
      <dgm:t>
        <a:bodyPr/>
        <a:lstStyle/>
        <a:p>
          <a:endParaRPr lang="es-MX" sz="2000"/>
        </a:p>
      </dgm:t>
    </dgm:pt>
    <dgm:pt modelId="{DE4D442F-0FAD-4DB3-93B3-A551C0DDB84A}">
      <dgm:prSet custT="1"/>
      <dgm:spPr/>
      <dgm:t>
        <a:bodyPr/>
        <a:lstStyle/>
        <a:p>
          <a:r>
            <a:rPr lang="es-MX" sz="1200" dirty="0"/>
            <a:t>12 principios clásicos (realismo y expresividad)</a:t>
          </a:r>
        </a:p>
      </dgm:t>
    </dgm:pt>
    <dgm:pt modelId="{9845B2B0-BDDE-4F56-BBD8-D7F7D0ED4D2D}" type="parTrans" cxnId="{1D3845BB-A406-4A51-BB89-EBFCEF7B26C6}">
      <dgm:prSet/>
      <dgm:spPr/>
      <dgm:t>
        <a:bodyPr/>
        <a:lstStyle/>
        <a:p>
          <a:endParaRPr lang="es-MX" sz="2000"/>
        </a:p>
      </dgm:t>
    </dgm:pt>
    <dgm:pt modelId="{9602798B-E4E1-4E53-B657-741B385BB68C}" type="sibTrans" cxnId="{1D3845BB-A406-4A51-BB89-EBFCEF7B26C6}">
      <dgm:prSet/>
      <dgm:spPr/>
      <dgm:t>
        <a:bodyPr/>
        <a:lstStyle/>
        <a:p>
          <a:endParaRPr lang="es-MX" sz="2000"/>
        </a:p>
      </dgm:t>
    </dgm:pt>
    <dgm:pt modelId="{61D07739-104B-43D9-B26A-7195E1B4B97F}">
      <dgm:prSet custT="1"/>
      <dgm:spPr/>
      <dgm:t>
        <a:bodyPr/>
        <a:lstStyle/>
        <a:p>
          <a:r>
            <a:rPr lang="es-MX" sz="1200" b="1"/>
            <a:t>Imagen digital</a:t>
          </a:r>
          <a:endParaRPr lang="es-MX" sz="1200"/>
        </a:p>
      </dgm:t>
    </dgm:pt>
    <dgm:pt modelId="{FA59E4B1-F05E-465A-895E-BADC25316D33}" type="parTrans" cxnId="{7DCE5651-6BBE-4089-A640-7BDB34F1519E}">
      <dgm:prSet/>
      <dgm:spPr/>
      <dgm:t>
        <a:bodyPr/>
        <a:lstStyle/>
        <a:p>
          <a:endParaRPr lang="es-MX" sz="2000"/>
        </a:p>
      </dgm:t>
    </dgm:pt>
    <dgm:pt modelId="{82248188-4351-42AC-931D-C50A4CEB48FD}" type="sibTrans" cxnId="{7DCE5651-6BBE-4089-A640-7BDB34F1519E}">
      <dgm:prSet/>
      <dgm:spPr/>
      <dgm:t>
        <a:bodyPr/>
        <a:lstStyle/>
        <a:p>
          <a:endParaRPr lang="es-MX" sz="2000"/>
        </a:p>
      </dgm:t>
    </dgm:pt>
    <dgm:pt modelId="{76FA638B-B586-4FB7-B39D-816D3CFD0106}">
      <dgm:prSet custT="1"/>
      <dgm:spPr/>
      <dgm:t>
        <a:bodyPr/>
        <a:lstStyle/>
        <a:p>
          <a:r>
            <a:rPr lang="es-MX" sz="1200"/>
            <a:t>Representación en píxeles</a:t>
          </a:r>
        </a:p>
      </dgm:t>
    </dgm:pt>
    <dgm:pt modelId="{7EF1D961-4D1B-4588-B668-E839DEBE7F49}" type="parTrans" cxnId="{F3F0F811-9FC5-4CA3-9FA3-A7F72EFD20F7}">
      <dgm:prSet/>
      <dgm:spPr/>
      <dgm:t>
        <a:bodyPr/>
        <a:lstStyle/>
        <a:p>
          <a:endParaRPr lang="es-MX" sz="2000"/>
        </a:p>
      </dgm:t>
    </dgm:pt>
    <dgm:pt modelId="{906FA68E-2C45-4516-9FAA-393160B268DC}" type="sibTrans" cxnId="{F3F0F811-9FC5-4CA3-9FA3-A7F72EFD20F7}">
      <dgm:prSet/>
      <dgm:spPr/>
      <dgm:t>
        <a:bodyPr/>
        <a:lstStyle/>
        <a:p>
          <a:endParaRPr lang="es-MX" sz="2000"/>
        </a:p>
      </dgm:t>
    </dgm:pt>
    <dgm:pt modelId="{D363B4B3-A518-47DF-A389-8479594EA6E6}">
      <dgm:prSet custT="1"/>
      <dgm:spPr/>
      <dgm:t>
        <a:bodyPr/>
        <a:lstStyle/>
        <a:p>
          <a:r>
            <a:rPr lang="es-MX" sz="1200"/>
            <a:t>Atributos técnicos</a:t>
          </a:r>
        </a:p>
      </dgm:t>
    </dgm:pt>
    <dgm:pt modelId="{E7D7963A-6380-4535-B117-AB0D07664A86}" type="parTrans" cxnId="{25F44B3F-4DEB-454A-B3A0-247E3584A8F4}">
      <dgm:prSet/>
      <dgm:spPr/>
      <dgm:t>
        <a:bodyPr/>
        <a:lstStyle/>
        <a:p>
          <a:endParaRPr lang="es-MX" sz="2000"/>
        </a:p>
      </dgm:t>
    </dgm:pt>
    <dgm:pt modelId="{90AE7D42-945A-414B-B12E-B6678F1C0C46}" type="sibTrans" cxnId="{25F44B3F-4DEB-454A-B3A0-247E3584A8F4}">
      <dgm:prSet/>
      <dgm:spPr/>
      <dgm:t>
        <a:bodyPr/>
        <a:lstStyle/>
        <a:p>
          <a:endParaRPr lang="es-MX" sz="2000"/>
        </a:p>
      </dgm:t>
    </dgm:pt>
    <dgm:pt modelId="{495962ED-C416-44A5-A9FE-325DDE994EB8}">
      <dgm:prSet custT="1"/>
      <dgm:spPr/>
      <dgm:t>
        <a:bodyPr/>
        <a:lstStyle/>
        <a:p>
          <a:r>
            <a:rPr lang="es-MX" sz="1200" b="1"/>
            <a:t>Formatos</a:t>
          </a:r>
          <a:endParaRPr lang="es-MX" sz="1200"/>
        </a:p>
      </dgm:t>
    </dgm:pt>
    <dgm:pt modelId="{D5D6D577-DA0F-4BBA-BC1A-AEDB3CEEE128}" type="parTrans" cxnId="{19E95E7C-BB05-4165-8704-E60409A81EB1}">
      <dgm:prSet/>
      <dgm:spPr/>
      <dgm:t>
        <a:bodyPr/>
        <a:lstStyle/>
        <a:p>
          <a:endParaRPr lang="es-MX" sz="2000"/>
        </a:p>
      </dgm:t>
    </dgm:pt>
    <dgm:pt modelId="{CD8065AC-FE42-445D-BA02-ECB68DEB3939}" type="sibTrans" cxnId="{19E95E7C-BB05-4165-8704-E60409A81EB1}">
      <dgm:prSet/>
      <dgm:spPr/>
      <dgm:t>
        <a:bodyPr/>
        <a:lstStyle/>
        <a:p>
          <a:endParaRPr lang="es-MX" sz="2000"/>
        </a:p>
      </dgm:t>
    </dgm:pt>
    <dgm:pt modelId="{B2C3A02B-D97A-4DA6-AD94-AA9CC274D457}">
      <dgm:prSet custT="1"/>
      <dgm:spPr/>
      <dgm:t>
        <a:bodyPr/>
        <a:lstStyle/>
        <a:p>
          <a:r>
            <a:rPr lang="es-MX" sz="1200"/>
            <a:t>JPG </a:t>
          </a:r>
        </a:p>
      </dgm:t>
    </dgm:pt>
    <dgm:pt modelId="{9838C4A8-B101-429E-A53A-39D0D74A08B3}" type="parTrans" cxnId="{80E7FA7B-7577-4A83-A90B-AD5864447B99}">
      <dgm:prSet/>
      <dgm:spPr/>
      <dgm:t>
        <a:bodyPr/>
        <a:lstStyle/>
        <a:p>
          <a:endParaRPr lang="es-MX" sz="2000"/>
        </a:p>
      </dgm:t>
    </dgm:pt>
    <dgm:pt modelId="{E9BF14A8-5660-4963-A6D0-26CF4B330FDF}" type="sibTrans" cxnId="{80E7FA7B-7577-4A83-A90B-AD5864447B99}">
      <dgm:prSet/>
      <dgm:spPr/>
      <dgm:t>
        <a:bodyPr/>
        <a:lstStyle/>
        <a:p>
          <a:endParaRPr lang="es-MX" sz="2000"/>
        </a:p>
      </dgm:t>
    </dgm:pt>
    <dgm:pt modelId="{93C1BAA0-39AC-4D7D-9BF2-C7041D9B28F1}">
      <dgm:prSet custT="1"/>
      <dgm:spPr/>
      <dgm:t>
        <a:bodyPr/>
        <a:lstStyle/>
        <a:p>
          <a:r>
            <a:rPr lang="es-MX" sz="1200"/>
            <a:t>GIF </a:t>
          </a:r>
        </a:p>
      </dgm:t>
    </dgm:pt>
    <dgm:pt modelId="{155D905F-80E3-4842-A574-163BA4DAEA82}" type="parTrans" cxnId="{AFB1DAE4-1F63-4A1E-A0F8-F2CFD5167FF0}">
      <dgm:prSet/>
      <dgm:spPr/>
      <dgm:t>
        <a:bodyPr/>
        <a:lstStyle/>
        <a:p>
          <a:endParaRPr lang="es-MX" sz="2000"/>
        </a:p>
      </dgm:t>
    </dgm:pt>
    <dgm:pt modelId="{2CE2B0CF-4D40-4548-89F3-1E9744DB19CF}" type="sibTrans" cxnId="{AFB1DAE4-1F63-4A1E-A0F8-F2CFD5167FF0}">
      <dgm:prSet/>
      <dgm:spPr/>
      <dgm:t>
        <a:bodyPr/>
        <a:lstStyle/>
        <a:p>
          <a:endParaRPr lang="es-MX" sz="2000"/>
        </a:p>
      </dgm:t>
    </dgm:pt>
    <dgm:pt modelId="{9C4B9D37-D3D5-4017-9017-04F55A8FD395}">
      <dgm:prSet custT="1"/>
      <dgm:spPr/>
      <dgm:t>
        <a:bodyPr/>
        <a:lstStyle/>
        <a:p>
          <a:r>
            <a:rPr lang="es-MX" sz="1200" dirty="0"/>
            <a:t>PNG </a:t>
          </a:r>
        </a:p>
      </dgm:t>
    </dgm:pt>
    <dgm:pt modelId="{62BD194E-3FA5-41A1-9187-5915910A34E8}" type="parTrans" cxnId="{DC120F99-0C07-457D-94F9-70E95CAE76C5}">
      <dgm:prSet/>
      <dgm:spPr/>
      <dgm:t>
        <a:bodyPr/>
        <a:lstStyle/>
        <a:p>
          <a:endParaRPr lang="es-MX" sz="2000"/>
        </a:p>
      </dgm:t>
    </dgm:pt>
    <dgm:pt modelId="{85D3AA54-3EC9-4BA3-A3C4-D45DBF6C949F}" type="sibTrans" cxnId="{DC120F99-0C07-457D-94F9-70E95CAE76C5}">
      <dgm:prSet/>
      <dgm:spPr/>
      <dgm:t>
        <a:bodyPr/>
        <a:lstStyle/>
        <a:p>
          <a:endParaRPr lang="es-MX" sz="2000"/>
        </a:p>
      </dgm:t>
    </dgm:pt>
    <dgm:pt modelId="{E8426450-F345-4173-A386-BFF4D7397F5D}">
      <dgm:prSet custT="1"/>
      <dgm:spPr/>
      <dgm:t>
        <a:bodyPr/>
        <a:lstStyle/>
        <a:p>
          <a:r>
            <a:rPr lang="es-MX" sz="1200"/>
            <a:t>BMP </a:t>
          </a:r>
        </a:p>
      </dgm:t>
    </dgm:pt>
    <dgm:pt modelId="{642F45EF-F35A-4849-BDCA-2A0C99E8F199}" type="parTrans" cxnId="{67911F8D-4BA0-4D32-A547-02A22327CA6B}">
      <dgm:prSet/>
      <dgm:spPr/>
      <dgm:t>
        <a:bodyPr/>
        <a:lstStyle/>
        <a:p>
          <a:endParaRPr lang="es-MX" sz="2000"/>
        </a:p>
      </dgm:t>
    </dgm:pt>
    <dgm:pt modelId="{8A0250DC-EF4C-4549-A7AA-870CDD67A7EC}" type="sibTrans" cxnId="{67911F8D-4BA0-4D32-A547-02A22327CA6B}">
      <dgm:prSet/>
      <dgm:spPr/>
      <dgm:t>
        <a:bodyPr/>
        <a:lstStyle/>
        <a:p>
          <a:endParaRPr lang="es-MX" sz="2000"/>
        </a:p>
      </dgm:t>
    </dgm:pt>
    <dgm:pt modelId="{A98AD967-AB73-4B0A-A071-DFB3D94B0110}">
      <dgm:prSet custT="1"/>
      <dgm:spPr/>
      <dgm:t>
        <a:bodyPr/>
        <a:lstStyle/>
        <a:p>
          <a:r>
            <a:rPr lang="es-MX" sz="1200"/>
            <a:t>TIFF </a:t>
          </a:r>
        </a:p>
      </dgm:t>
    </dgm:pt>
    <dgm:pt modelId="{17825D23-609D-4E60-B880-8A39789DD14C}" type="parTrans" cxnId="{A4888F8A-DFCC-423F-8380-56C7B62650D0}">
      <dgm:prSet/>
      <dgm:spPr/>
      <dgm:t>
        <a:bodyPr/>
        <a:lstStyle/>
        <a:p>
          <a:endParaRPr lang="es-MX" sz="2000"/>
        </a:p>
      </dgm:t>
    </dgm:pt>
    <dgm:pt modelId="{679F31F8-8710-458B-8EFD-F0F684B04D0F}" type="sibTrans" cxnId="{A4888F8A-DFCC-423F-8380-56C7B62650D0}">
      <dgm:prSet/>
      <dgm:spPr/>
      <dgm:t>
        <a:bodyPr/>
        <a:lstStyle/>
        <a:p>
          <a:endParaRPr lang="es-MX" sz="2000"/>
        </a:p>
      </dgm:t>
    </dgm:pt>
    <dgm:pt modelId="{42BBB783-0FF8-4A2E-B7D6-24BC7FE6709D}">
      <dgm:prSet custT="1"/>
      <dgm:spPr/>
      <dgm:t>
        <a:bodyPr/>
        <a:lstStyle/>
        <a:p>
          <a:r>
            <a:rPr lang="es-MX" sz="1200"/>
            <a:t>PSD </a:t>
          </a:r>
        </a:p>
      </dgm:t>
    </dgm:pt>
    <dgm:pt modelId="{2C9DFCDF-5459-4CE5-B98C-CA31A5EDBB95}" type="parTrans" cxnId="{0F4BBC33-FF8F-4CE0-B75D-DD09F119E8B3}">
      <dgm:prSet/>
      <dgm:spPr/>
      <dgm:t>
        <a:bodyPr/>
        <a:lstStyle/>
        <a:p>
          <a:endParaRPr lang="es-MX" sz="2000"/>
        </a:p>
      </dgm:t>
    </dgm:pt>
    <dgm:pt modelId="{24BB5BE7-67B4-4635-A097-F4DC98D9E88A}" type="sibTrans" cxnId="{0F4BBC33-FF8F-4CE0-B75D-DD09F119E8B3}">
      <dgm:prSet/>
      <dgm:spPr/>
      <dgm:t>
        <a:bodyPr/>
        <a:lstStyle/>
        <a:p>
          <a:endParaRPr lang="es-MX" sz="2000"/>
        </a:p>
      </dgm:t>
    </dgm:pt>
    <dgm:pt modelId="{6BDD9464-4844-44E8-8604-AAC4FEBAC4F3}">
      <dgm:prSet custT="1"/>
      <dgm:spPr/>
      <dgm:t>
        <a:bodyPr/>
        <a:lstStyle/>
        <a:p>
          <a:r>
            <a:rPr lang="es-MX" sz="1200" dirty="0"/>
            <a:t>RAW</a:t>
          </a:r>
        </a:p>
      </dgm:t>
    </dgm:pt>
    <dgm:pt modelId="{22AE3ECE-C087-4E36-9772-AAD9B6B1D769}" type="parTrans" cxnId="{34D56B33-B0F4-4615-89D2-69A808774DE8}">
      <dgm:prSet/>
      <dgm:spPr/>
      <dgm:t>
        <a:bodyPr/>
        <a:lstStyle/>
        <a:p>
          <a:endParaRPr lang="es-MX" sz="2000"/>
        </a:p>
      </dgm:t>
    </dgm:pt>
    <dgm:pt modelId="{C8D0A6EA-0C1E-4189-A33B-CE75704B55D4}" type="sibTrans" cxnId="{34D56B33-B0F4-4615-89D2-69A808774DE8}">
      <dgm:prSet/>
      <dgm:spPr/>
      <dgm:t>
        <a:bodyPr/>
        <a:lstStyle/>
        <a:p>
          <a:endParaRPr lang="es-MX" sz="2000"/>
        </a:p>
      </dgm:t>
    </dgm:pt>
    <dgm:pt modelId="{E5F79510-8BF1-4852-86BE-D1FE3F1ABCFA}">
      <dgm:prSet custT="1"/>
      <dgm:spPr/>
      <dgm:t>
        <a:bodyPr/>
        <a:lstStyle/>
        <a:p>
          <a:r>
            <a:rPr lang="es-MX" sz="1200"/>
            <a:t>PDF</a:t>
          </a:r>
        </a:p>
      </dgm:t>
    </dgm:pt>
    <dgm:pt modelId="{92AA0646-71A7-43C3-A202-CD60E25EF6DF}" type="parTrans" cxnId="{7B04AC64-676F-4A3A-830D-ECA8F6DCDA81}">
      <dgm:prSet/>
      <dgm:spPr/>
      <dgm:t>
        <a:bodyPr/>
        <a:lstStyle/>
        <a:p>
          <a:endParaRPr lang="es-MX" sz="2000"/>
        </a:p>
      </dgm:t>
    </dgm:pt>
    <dgm:pt modelId="{740ADCC9-A41D-431D-931C-AB8E684C5F90}" type="sibTrans" cxnId="{7B04AC64-676F-4A3A-830D-ECA8F6DCDA81}">
      <dgm:prSet/>
      <dgm:spPr/>
      <dgm:t>
        <a:bodyPr/>
        <a:lstStyle/>
        <a:p>
          <a:endParaRPr lang="es-MX" sz="2000"/>
        </a:p>
      </dgm:t>
    </dgm:pt>
    <dgm:pt modelId="{C1E0FF86-FF80-4929-8BB3-139F3D7DA8A6}">
      <dgm:prSet custT="1"/>
      <dgm:spPr/>
      <dgm:t>
        <a:bodyPr/>
        <a:lstStyle/>
        <a:p>
          <a:r>
            <a:rPr lang="es-MX" sz="1200" b="1"/>
            <a:t>Tendencias</a:t>
          </a:r>
          <a:endParaRPr lang="es-MX" sz="1200"/>
        </a:p>
      </dgm:t>
    </dgm:pt>
    <dgm:pt modelId="{99216162-3F80-4188-AADA-E9FD7739E5B0}" type="parTrans" cxnId="{58CD7208-952B-4907-9828-9491544B5C9A}">
      <dgm:prSet/>
      <dgm:spPr/>
      <dgm:t>
        <a:bodyPr/>
        <a:lstStyle/>
        <a:p>
          <a:endParaRPr lang="es-MX" sz="2000"/>
        </a:p>
      </dgm:t>
    </dgm:pt>
    <dgm:pt modelId="{B11E485E-1BDD-4016-8903-1E09820BAD98}" type="sibTrans" cxnId="{58CD7208-952B-4907-9828-9491544B5C9A}">
      <dgm:prSet/>
      <dgm:spPr/>
      <dgm:t>
        <a:bodyPr/>
        <a:lstStyle/>
        <a:p>
          <a:endParaRPr lang="es-MX" sz="2000"/>
        </a:p>
      </dgm:t>
    </dgm:pt>
    <dgm:pt modelId="{E3036123-5982-4E1C-95F0-C130EBDE42E8}">
      <dgm:prSet custT="1"/>
      <dgm:spPr/>
      <dgm:t>
        <a:bodyPr/>
        <a:lstStyle/>
        <a:p>
          <a:r>
            <a:rPr lang="es-MX" sz="1200"/>
            <a:t>Fondos animados</a:t>
          </a:r>
        </a:p>
      </dgm:t>
    </dgm:pt>
    <dgm:pt modelId="{4EF7A905-20D4-4B2A-ABF0-C0ECC9BD9549}" type="parTrans" cxnId="{43776353-9CB6-49E7-A1ED-8146DEF53BDB}">
      <dgm:prSet/>
      <dgm:spPr/>
      <dgm:t>
        <a:bodyPr/>
        <a:lstStyle/>
        <a:p>
          <a:endParaRPr lang="es-MX" sz="2000"/>
        </a:p>
      </dgm:t>
    </dgm:pt>
    <dgm:pt modelId="{7FCC37BB-ECC5-488E-B555-6789823BB95E}" type="sibTrans" cxnId="{43776353-9CB6-49E7-A1ED-8146DEF53BDB}">
      <dgm:prSet/>
      <dgm:spPr/>
      <dgm:t>
        <a:bodyPr/>
        <a:lstStyle/>
        <a:p>
          <a:endParaRPr lang="es-MX" sz="2000"/>
        </a:p>
      </dgm:t>
    </dgm:pt>
    <dgm:pt modelId="{E1FA47B9-5A37-4D37-9111-C064AA765636}">
      <dgm:prSet custT="1"/>
      <dgm:spPr/>
      <dgm:t>
        <a:bodyPr/>
        <a:lstStyle/>
        <a:p>
          <a:r>
            <a:rPr lang="es-MX" sz="1200"/>
            <a:t>Logos animados</a:t>
          </a:r>
        </a:p>
      </dgm:t>
    </dgm:pt>
    <dgm:pt modelId="{14C3C244-CDBD-407E-9856-29496BC1E309}" type="parTrans" cxnId="{97E5DD2D-288C-4EAB-8822-0ECFF0D3FB82}">
      <dgm:prSet/>
      <dgm:spPr/>
      <dgm:t>
        <a:bodyPr/>
        <a:lstStyle/>
        <a:p>
          <a:endParaRPr lang="es-MX" sz="2000"/>
        </a:p>
      </dgm:t>
    </dgm:pt>
    <dgm:pt modelId="{79D1F6F1-10F9-4D9C-8CD0-6C70CCCC63AE}" type="sibTrans" cxnId="{97E5DD2D-288C-4EAB-8822-0ECFF0D3FB82}">
      <dgm:prSet/>
      <dgm:spPr/>
      <dgm:t>
        <a:bodyPr/>
        <a:lstStyle/>
        <a:p>
          <a:endParaRPr lang="es-MX" sz="2000"/>
        </a:p>
      </dgm:t>
    </dgm:pt>
    <dgm:pt modelId="{AC03A557-FFC4-4EB6-B3E1-68A4970B3439}">
      <dgm:prSet custT="1"/>
      <dgm:spPr/>
      <dgm:t>
        <a:bodyPr/>
        <a:lstStyle/>
        <a:p>
          <a:r>
            <a:rPr lang="es-MX" sz="1200"/>
            <a:t>Infografías</a:t>
          </a:r>
        </a:p>
      </dgm:t>
    </dgm:pt>
    <dgm:pt modelId="{CFB14106-52A7-490E-B7B0-3FA3BB4BB7F3}" type="parTrans" cxnId="{A3A20C2A-3103-4B6D-BA7E-D6F000122EDA}">
      <dgm:prSet/>
      <dgm:spPr/>
      <dgm:t>
        <a:bodyPr/>
        <a:lstStyle/>
        <a:p>
          <a:endParaRPr lang="es-MX" sz="2000"/>
        </a:p>
      </dgm:t>
    </dgm:pt>
    <dgm:pt modelId="{66F92903-6E34-4AC3-A2E5-C448855AF3AD}" type="sibTrans" cxnId="{A3A20C2A-3103-4B6D-BA7E-D6F000122EDA}">
      <dgm:prSet/>
      <dgm:spPr/>
      <dgm:t>
        <a:bodyPr/>
        <a:lstStyle/>
        <a:p>
          <a:endParaRPr lang="es-MX" sz="2000"/>
        </a:p>
      </dgm:t>
    </dgm:pt>
    <dgm:pt modelId="{71BAA375-A834-4464-A4EF-3E31761BAD9C}">
      <dgm:prSet custT="1"/>
      <dgm:spPr/>
      <dgm:t>
        <a:bodyPr/>
        <a:lstStyle/>
        <a:p>
          <a:r>
            <a:rPr lang="es-MX" sz="1200" i="1"/>
            <a:t>Live Data</a:t>
          </a:r>
          <a:endParaRPr lang="es-MX" sz="1200"/>
        </a:p>
      </dgm:t>
    </dgm:pt>
    <dgm:pt modelId="{6FCE8290-6A12-4337-B83D-CCA2B3A42DF4}" type="parTrans" cxnId="{8CB449E9-913B-4741-B358-09DC9390EE2F}">
      <dgm:prSet/>
      <dgm:spPr/>
      <dgm:t>
        <a:bodyPr/>
        <a:lstStyle/>
        <a:p>
          <a:endParaRPr lang="es-MX" sz="2000"/>
        </a:p>
      </dgm:t>
    </dgm:pt>
    <dgm:pt modelId="{07FF7C73-2D2F-4806-9B3C-E5CF2B9E7D88}" type="sibTrans" cxnId="{8CB449E9-913B-4741-B358-09DC9390EE2F}">
      <dgm:prSet/>
      <dgm:spPr/>
      <dgm:t>
        <a:bodyPr/>
        <a:lstStyle/>
        <a:p>
          <a:endParaRPr lang="es-MX" sz="2000"/>
        </a:p>
      </dgm:t>
    </dgm:pt>
    <dgm:pt modelId="{263FB257-170F-4811-AE57-EBD0D3CD09FE}">
      <dgm:prSet custT="1"/>
      <dgm:spPr/>
      <dgm:t>
        <a:bodyPr/>
        <a:lstStyle/>
        <a:p>
          <a:r>
            <a:rPr lang="es-MX" sz="1200"/>
            <a:t>Texto en movimiento</a:t>
          </a:r>
        </a:p>
      </dgm:t>
    </dgm:pt>
    <dgm:pt modelId="{53ADCAAA-7840-48C0-A82B-A4FC3BA7C063}" type="parTrans" cxnId="{D4A11665-DD5C-44E5-9F9C-A31512433325}">
      <dgm:prSet/>
      <dgm:spPr/>
      <dgm:t>
        <a:bodyPr/>
        <a:lstStyle/>
        <a:p>
          <a:endParaRPr lang="es-MX" sz="2000"/>
        </a:p>
      </dgm:t>
    </dgm:pt>
    <dgm:pt modelId="{51C5F6DC-231C-409B-8B64-1306E0520458}" type="sibTrans" cxnId="{D4A11665-DD5C-44E5-9F9C-A31512433325}">
      <dgm:prSet/>
      <dgm:spPr/>
      <dgm:t>
        <a:bodyPr/>
        <a:lstStyle/>
        <a:p>
          <a:endParaRPr lang="es-MX" sz="2000"/>
        </a:p>
      </dgm:t>
    </dgm:pt>
    <dgm:pt modelId="{0799C95E-3708-42A5-A707-9E62495E322F}" type="pres">
      <dgm:prSet presAssocID="{9A2F2F49-A19B-485E-896E-24693110370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22F4B47-81AA-4348-912D-BF2AC18E0DD3}" type="pres">
      <dgm:prSet presAssocID="{7A82E86B-5AC5-4180-8844-80E7B1C8BA9A}" presName="hierRoot1" presStyleCnt="0">
        <dgm:presLayoutVars>
          <dgm:hierBranch val="init"/>
        </dgm:presLayoutVars>
      </dgm:prSet>
      <dgm:spPr/>
    </dgm:pt>
    <dgm:pt modelId="{D806BD2C-A50D-4E93-992D-E8F84AC26626}" type="pres">
      <dgm:prSet presAssocID="{7A82E86B-5AC5-4180-8844-80E7B1C8BA9A}" presName="rootComposite1" presStyleCnt="0"/>
      <dgm:spPr/>
    </dgm:pt>
    <dgm:pt modelId="{E3309758-2A59-4045-BE26-7DAB10D26F2E}" type="pres">
      <dgm:prSet presAssocID="{7A82E86B-5AC5-4180-8844-80E7B1C8BA9A}" presName="rootText1" presStyleLbl="node0" presStyleIdx="0" presStyleCnt="1" custScaleX="315425" custScaleY="58692">
        <dgm:presLayoutVars>
          <dgm:chPref val="3"/>
        </dgm:presLayoutVars>
      </dgm:prSet>
      <dgm:spPr/>
    </dgm:pt>
    <dgm:pt modelId="{5B0DF4B6-0242-44CB-A5CA-26A9F7B9CA07}" type="pres">
      <dgm:prSet presAssocID="{7A82E86B-5AC5-4180-8844-80E7B1C8BA9A}" presName="rootConnector1" presStyleLbl="node1" presStyleIdx="0" presStyleCnt="0"/>
      <dgm:spPr/>
    </dgm:pt>
    <dgm:pt modelId="{67027AD2-3448-4B39-BE25-55D24897E397}" type="pres">
      <dgm:prSet presAssocID="{7A82E86B-5AC5-4180-8844-80E7B1C8BA9A}" presName="hierChild2" presStyleCnt="0"/>
      <dgm:spPr/>
    </dgm:pt>
    <dgm:pt modelId="{BA645D4E-E1D8-48D3-853E-C306A845499C}" type="pres">
      <dgm:prSet presAssocID="{DFF45D79-44B9-4E3F-8633-E31271570D24}" presName="Name37" presStyleLbl="parChTrans1D2" presStyleIdx="0" presStyleCnt="6"/>
      <dgm:spPr/>
    </dgm:pt>
    <dgm:pt modelId="{7CC4555B-19E8-4AB7-969B-76AF2AA06EB8}" type="pres">
      <dgm:prSet presAssocID="{98BB412C-8166-402E-A1AB-7DA537E4625D}" presName="hierRoot2" presStyleCnt="0">
        <dgm:presLayoutVars>
          <dgm:hierBranch val="init"/>
        </dgm:presLayoutVars>
      </dgm:prSet>
      <dgm:spPr/>
    </dgm:pt>
    <dgm:pt modelId="{C7FF75CF-4122-4B1D-B1F6-3B3CC8234E31}" type="pres">
      <dgm:prSet presAssocID="{98BB412C-8166-402E-A1AB-7DA537E4625D}" presName="rootComposite" presStyleCnt="0"/>
      <dgm:spPr/>
    </dgm:pt>
    <dgm:pt modelId="{0BBE755E-4FD8-44C4-AE54-B5C6EE162BA4}" type="pres">
      <dgm:prSet presAssocID="{98BB412C-8166-402E-A1AB-7DA537E4625D}" presName="rootText" presStyleLbl="node2" presStyleIdx="0" presStyleCnt="6">
        <dgm:presLayoutVars>
          <dgm:chPref val="3"/>
        </dgm:presLayoutVars>
      </dgm:prSet>
      <dgm:spPr/>
    </dgm:pt>
    <dgm:pt modelId="{8E8160B4-A4B4-4887-8DAA-6F0FEA644827}" type="pres">
      <dgm:prSet presAssocID="{98BB412C-8166-402E-A1AB-7DA537E4625D}" presName="rootConnector" presStyleLbl="node2" presStyleIdx="0" presStyleCnt="6"/>
      <dgm:spPr/>
    </dgm:pt>
    <dgm:pt modelId="{138BC9E2-8A07-4C09-8250-C39CD906EDC5}" type="pres">
      <dgm:prSet presAssocID="{98BB412C-8166-402E-A1AB-7DA537E4625D}" presName="hierChild4" presStyleCnt="0"/>
      <dgm:spPr/>
    </dgm:pt>
    <dgm:pt modelId="{EE69F54E-C2E5-43FD-8600-EF140DB96C89}" type="pres">
      <dgm:prSet presAssocID="{CD751804-E027-44E9-8BAF-248B328ADA56}" presName="Name37" presStyleLbl="parChTrans1D3" presStyleIdx="0" presStyleCnt="25"/>
      <dgm:spPr/>
    </dgm:pt>
    <dgm:pt modelId="{DCB605DB-2CB4-429E-9AA4-09722ED16E9E}" type="pres">
      <dgm:prSet presAssocID="{6CC038CA-F9B1-48E0-AD3C-45D9B5908F22}" presName="hierRoot2" presStyleCnt="0">
        <dgm:presLayoutVars>
          <dgm:hierBranch val="init"/>
        </dgm:presLayoutVars>
      </dgm:prSet>
      <dgm:spPr/>
    </dgm:pt>
    <dgm:pt modelId="{C1E6B1BE-F549-4502-B75A-2E11C6665459}" type="pres">
      <dgm:prSet presAssocID="{6CC038CA-F9B1-48E0-AD3C-45D9B5908F22}" presName="rootComposite" presStyleCnt="0"/>
      <dgm:spPr/>
    </dgm:pt>
    <dgm:pt modelId="{5BEFF83A-1193-4E0E-BEBE-2C6E37B7C9BF}" type="pres">
      <dgm:prSet presAssocID="{6CC038CA-F9B1-48E0-AD3C-45D9B5908F22}" presName="rootText" presStyleLbl="node3" presStyleIdx="0" presStyleCnt="25">
        <dgm:presLayoutVars>
          <dgm:chPref val="3"/>
        </dgm:presLayoutVars>
      </dgm:prSet>
      <dgm:spPr/>
    </dgm:pt>
    <dgm:pt modelId="{0A855DC8-C9BE-4B5E-9620-1D3D4C47510F}" type="pres">
      <dgm:prSet presAssocID="{6CC038CA-F9B1-48E0-AD3C-45D9B5908F22}" presName="rootConnector" presStyleLbl="node3" presStyleIdx="0" presStyleCnt="25"/>
      <dgm:spPr/>
    </dgm:pt>
    <dgm:pt modelId="{B19E9127-B907-4D63-9245-94E986FD8790}" type="pres">
      <dgm:prSet presAssocID="{6CC038CA-F9B1-48E0-AD3C-45D9B5908F22}" presName="hierChild4" presStyleCnt="0"/>
      <dgm:spPr/>
    </dgm:pt>
    <dgm:pt modelId="{581AAF00-2FA4-46AC-A79F-2B821C266EF0}" type="pres">
      <dgm:prSet presAssocID="{6CC038CA-F9B1-48E0-AD3C-45D9B5908F22}" presName="hierChild5" presStyleCnt="0"/>
      <dgm:spPr/>
    </dgm:pt>
    <dgm:pt modelId="{AA3B854C-F735-440A-9471-962A549768ED}" type="pres">
      <dgm:prSet presAssocID="{A04E3F5B-DD22-418A-8BCB-9DBBD2554723}" presName="Name37" presStyleLbl="parChTrans1D3" presStyleIdx="1" presStyleCnt="25"/>
      <dgm:spPr/>
    </dgm:pt>
    <dgm:pt modelId="{883AD2AB-52BF-42E9-BC66-587507C35F40}" type="pres">
      <dgm:prSet presAssocID="{651FE1AB-BD9A-4397-9207-7CA0949A5B48}" presName="hierRoot2" presStyleCnt="0">
        <dgm:presLayoutVars>
          <dgm:hierBranch val="init"/>
        </dgm:presLayoutVars>
      </dgm:prSet>
      <dgm:spPr/>
    </dgm:pt>
    <dgm:pt modelId="{B6AA4BCF-02BE-4370-B688-22EA6BD94FDB}" type="pres">
      <dgm:prSet presAssocID="{651FE1AB-BD9A-4397-9207-7CA0949A5B48}" presName="rootComposite" presStyleCnt="0"/>
      <dgm:spPr/>
    </dgm:pt>
    <dgm:pt modelId="{69BEEAAA-BB7D-449D-923F-3AEECAAC77FD}" type="pres">
      <dgm:prSet presAssocID="{651FE1AB-BD9A-4397-9207-7CA0949A5B48}" presName="rootText" presStyleLbl="node3" presStyleIdx="1" presStyleCnt="25">
        <dgm:presLayoutVars>
          <dgm:chPref val="3"/>
        </dgm:presLayoutVars>
      </dgm:prSet>
      <dgm:spPr/>
    </dgm:pt>
    <dgm:pt modelId="{26CA871E-8B1F-4817-AFE6-793978F3C77A}" type="pres">
      <dgm:prSet presAssocID="{651FE1AB-BD9A-4397-9207-7CA0949A5B48}" presName="rootConnector" presStyleLbl="node3" presStyleIdx="1" presStyleCnt="25"/>
      <dgm:spPr/>
    </dgm:pt>
    <dgm:pt modelId="{702B72D0-8769-4B93-A061-4A802F30A3D2}" type="pres">
      <dgm:prSet presAssocID="{651FE1AB-BD9A-4397-9207-7CA0949A5B48}" presName="hierChild4" presStyleCnt="0"/>
      <dgm:spPr/>
    </dgm:pt>
    <dgm:pt modelId="{02F31EAD-A420-4CFE-B19C-D1824A15FD86}" type="pres">
      <dgm:prSet presAssocID="{651FE1AB-BD9A-4397-9207-7CA0949A5B48}" presName="hierChild5" presStyleCnt="0"/>
      <dgm:spPr/>
    </dgm:pt>
    <dgm:pt modelId="{1718C59B-4C46-4177-BB66-8B7BDF6B4689}" type="pres">
      <dgm:prSet presAssocID="{F290C86E-AE61-4177-AA1D-5CA7F9B47FC1}" presName="Name37" presStyleLbl="parChTrans1D3" presStyleIdx="2" presStyleCnt="25"/>
      <dgm:spPr/>
    </dgm:pt>
    <dgm:pt modelId="{7C7015BB-F204-4ECA-898B-0D12BEC3A0CA}" type="pres">
      <dgm:prSet presAssocID="{52D815F6-A2C3-4EB8-A371-4B85CF9A83E9}" presName="hierRoot2" presStyleCnt="0">
        <dgm:presLayoutVars>
          <dgm:hierBranch val="init"/>
        </dgm:presLayoutVars>
      </dgm:prSet>
      <dgm:spPr/>
    </dgm:pt>
    <dgm:pt modelId="{F04C2414-BEAA-4FE5-B8F9-B908AD128500}" type="pres">
      <dgm:prSet presAssocID="{52D815F6-A2C3-4EB8-A371-4B85CF9A83E9}" presName="rootComposite" presStyleCnt="0"/>
      <dgm:spPr/>
    </dgm:pt>
    <dgm:pt modelId="{065828B5-BFE1-45BA-BFA8-B6FD89A287B6}" type="pres">
      <dgm:prSet presAssocID="{52D815F6-A2C3-4EB8-A371-4B85CF9A83E9}" presName="rootText" presStyleLbl="node3" presStyleIdx="2" presStyleCnt="25">
        <dgm:presLayoutVars>
          <dgm:chPref val="3"/>
        </dgm:presLayoutVars>
      </dgm:prSet>
      <dgm:spPr/>
    </dgm:pt>
    <dgm:pt modelId="{F051F365-9916-4D6B-A208-BB2AF2DAC2EE}" type="pres">
      <dgm:prSet presAssocID="{52D815F6-A2C3-4EB8-A371-4B85CF9A83E9}" presName="rootConnector" presStyleLbl="node3" presStyleIdx="2" presStyleCnt="25"/>
      <dgm:spPr/>
    </dgm:pt>
    <dgm:pt modelId="{2B36757A-A906-4FA0-B284-36DE8CFD6409}" type="pres">
      <dgm:prSet presAssocID="{52D815F6-A2C3-4EB8-A371-4B85CF9A83E9}" presName="hierChild4" presStyleCnt="0"/>
      <dgm:spPr/>
    </dgm:pt>
    <dgm:pt modelId="{E7D7A14D-40E5-4FE3-834F-4F67677CAC92}" type="pres">
      <dgm:prSet presAssocID="{52D815F6-A2C3-4EB8-A371-4B85CF9A83E9}" presName="hierChild5" presStyleCnt="0"/>
      <dgm:spPr/>
    </dgm:pt>
    <dgm:pt modelId="{743C54D4-D8B5-467B-AADE-D6B17F7A8C92}" type="pres">
      <dgm:prSet presAssocID="{098D2ABE-3176-44A9-A826-346E30B1C369}" presName="Name37" presStyleLbl="parChTrans1D3" presStyleIdx="3" presStyleCnt="25"/>
      <dgm:spPr/>
    </dgm:pt>
    <dgm:pt modelId="{C210DF15-DE4E-406A-A772-2192A522E70E}" type="pres">
      <dgm:prSet presAssocID="{7B4C333C-4155-4097-A1AF-C0FFFB13AC33}" presName="hierRoot2" presStyleCnt="0">
        <dgm:presLayoutVars>
          <dgm:hierBranch val="init"/>
        </dgm:presLayoutVars>
      </dgm:prSet>
      <dgm:spPr/>
    </dgm:pt>
    <dgm:pt modelId="{8919D04D-02AA-4BEB-B9F3-30B1F741FE13}" type="pres">
      <dgm:prSet presAssocID="{7B4C333C-4155-4097-A1AF-C0FFFB13AC33}" presName="rootComposite" presStyleCnt="0"/>
      <dgm:spPr/>
    </dgm:pt>
    <dgm:pt modelId="{A1D71111-5322-475E-8851-7AA57FFA9718}" type="pres">
      <dgm:prSet presAssocID="{7B4C333C-4155-4097-A1AF-C0FFFB13AC33}" presName="rootText" presStyleLbl="node3" presStyleIdx="3" presStyleCnt="25">
        <dgm:presLayoutVars>
          <dgm:chPref val="3"/>
        </dgm:presLayoutVars>
      </dgm:prSet>
      <dgm:spPr/>
    </dgm:pt>
    <dgm:pt modelId="{395A5562-49E1-4BD3-BBE3-4D7750360166}" type="pres">
      <dgm:prSet presAssocID="{7B4C333C-4155-4097-A1AF-C0FFFB13AC33}" presName="rootConnector" presStyleLbl="node3" presStyleIdx="3" presStyleCnt="25"/>
      <dgm:spPr/>
    </dgm:pt>
    <dgm:pt modelId="{9993C50D-7923-47E2-A669-FC750D069404}" type="pres">
      <dgm:prSet presAssocID="{7B4C333C-4155-4097-A1AF-C0FFFB13AC33}" presName="hierChild4" presStyleCnt="0"/>
      <dgm:spPr/>
    </dgm:pt>
    <dgm:pt modelId="{56C88A71-2B2F-43C2-8FA3-276CA8C5C007}" type="pres">
      <dgm:prSet presAssocID="{7B4C333C-4155-4097-A1AF-C0FFFB13AC33}" presName="hierChild5" presStyleCnt="0"/>
      <dgm:spPr/>
    </dgm:pt>
    <dgm:pt modelId="{1B337229-9AB6-4261-87E7-78E30E525832}" type="pres">
      <dgm:prSet presAssocID="{98BB412C-8166-402E-A1AB-7DA537E4625D}" presName="hierChild5" presStyleCnt="0"/>
      <dgm:spPr/>
    </dgm:pt>
    <dgm:pt modelId="{72D27FA0-72BA-41F1-A667-E4ABBC963AD9}" type="pres">
      <dgm:prSet presAssocID="{037D3F56-714B-401D-BA53-40D5CE114109}" presName="Name37" presStyleLbl="parChTrans1D2" presStyleIdx="1" presStyleCnt="6"/>
      <dgm:spPr/>
    </dgm:pt>
    <dgm:pt modelId="{0A8EC511-CCBA-466F-92AC-CA0BAF2A43EC}" type="pres">
      <dgm:prSet presAssocID="{5FCD322C-5D3F-4D5C-A7D2-34EF06DF685E}" presName="hierRoot2" presStyleCnt="0">
        <dgm:presLayoutVars>
          <dgm:hierBranch val="init"/>
        </dgm:presLayoutVars>
      </dgm:prSet>
      <dgm:spPr/>
    </dgm:pt>
    <dgm:pt modelId="{54CBD51A-6BC0-4C7F-A437-4527F4176053}" type="pres">
      <dgm:prSet presAssocID="{5FCD322C-5D3F-4D5C-A7D2-34EF06DF685E}" presName="rootComposite" presStyleCnt="0"/>
      <dgm:spPr/>
    </dgm:pt>
    <dgm:pt modelId="{D179234F-362A-4735-AB78-C00578B868FB}" type="pres">
      <dgm:prSet presAssocID="{5FCD322C-5D3F-4D5C-A7D2-34EF06DF685E}" presName="rootText" presStyleLbl="node2" presStyleIdx="1" presStyleCnt="6">
        <dgm:presLayoutVars>
          <dgm:chPref val="3"/>
        </dgm:presLayoutVars>
      </dgm:prSet>
      <dgm:spPr/>
    </dgm:pt>
    <dgm:pt modelId="{3DDBA842-0670-452A-B38A-A0E25883C2A5}" type="pres">
      <dgm:prSet presAssocID="{5FCD322C-5D3F-4D5C-A7D2-34EF06DF685E}" presName="rootConnector" presStyleLbl="node2" presStyleIdx="1" presStyleCnt="6"/>
      <dgm:spPr/>
    </dgm:pt>
    <dgm:pt modelId="{3FBF0C12-863F-4B6B-84A6-C11568DA8FC1}" type="pres">
      <dgm:prSet presAssocID="{5FCD322C-5D3F-4D5C-A7D2-34EF06DF685E}" presName="hierChild4" presStyleCnt="0"/>
      <dgm:spPr/>
    </dgm:pt>
    <dgm:pt modelId="{0909BA71-4376-44B1-A7A8-3076BE963897}" type="pres">
      <dgm:prSet presAssocID="{72BC7BBC-8726-4F2C-9FB6-E8FB5E179C4F}" presName="Name37" presStyleLbl="parChTrans1D3" presStyleIdx="4" presStyleCnt="25"/>
      <dgm:spPr/>
    </dgm:pt>
    <dgm:pt modelId="{57D57B9C-B492-4FAB-B0D6-3636E16A7FE2}" type="pres">
      <dgm:prSet presAssocID="{54A6F046-0114-438B-9A15-77FEBC4B6C6C}" presName="hierRoot2" presStyleCnt="0">
        <dgm:presLayoutVars>
          <dgm:hierBranch val="init"/>
        </dgm:presLayoutVars>
      </dgm:prSet>
      <dgm:spPr/>
    </dgm:pt>
    <dgm:pt modelId="{C5E4D599-E947-4115-87D0-02E1DAEB68FD}" type="pres">
      <dgm:prSet presAssocID="{54A6F046-0114-438B-9A15-77FEBC4B6C6C}" presName="rootComposite" presStyleCnt="0"/>
      <dgm:spPr/>
    </dgm:pt>
    <dgm:pt modelId="{14ADFD3D-3493-44AA-9776-1BBA506F0657}" type="pres">
      <dgm:prSet presAssocID="{54A6F046-0114-438B-9A15-77FEBC4B6C6C}" presName="rootText" presStyleLbl="node3" presStyleIdx="4" presStyleCnt="25">
        <dgm:presLayoutVars>
          <dgm:chPref val="3"/>
        </dgm:presLayoutVars>
      </dgm:prSet>
      <dgm:spPr/>
    </dgm:pt>
    <dgm:pt modelId="{0351D02E-75B4-403A-90E5-70C4ADF2421F}" type="pres">
      <dgm:prSet presAssocID="{54A6F046-0114-438B-9A15-77FEBC4B6C6C}" presName="rootConnector" presStyleLbl="node3" presStyleIdx="4" presStyleCnt="25"/>
      <dgm:spPr/>
    </dgm:pt>
    <dgm:pt modelId="{A6438241-8C96-4DD7-B945-30D3B359D1F1}" type="pres">
      <dgm:prSet presAssocID="{54A6F046-0114-438B-9A15-77FEBC4B6C6C}" presName="hierChild4" presStyleCnt="0"/>
      <dgm:spPr/>
    </dgm:pt>
    <dgm:pt modelId="{F1A64C5A-A00A-4837-BE08-EA17C7850892}" type="pres">
      <dgm:prSet presAssocID="{54A6F046-0114-438B-9A15-77FEBC4B6C6C}" presName="hierChild5" presStyleCnt="0"/>
      <dgm:spPr/>
    </dgm:pt>
    <dgm:pt modelId="{6708CC28-72C8-418D-B309-375E8C5978EA}" type="pres">
      <dgm:prSet presAssocID="{080AB240-B708-4257-89AA-0791985F48DD}" presName="Name37" presStyleLbl="parChTrans1D3" presStyleIdx="5" presStyleCnt="25"/>
      <dgm:spPr/>
    </dgm:pt>
    <dgm:pt modelId="{8059F331-7F17-47DD-9154-B792470D4C5A}" type="pres">
      <dgm:prSet presAssocID="{C9F7BACE-CF62-4216-8486-994C3363B71A}" presName="hierRoot2" presStyleCnt="0">
        <dgm:presLayoutVars>
          <dgm:hierBranch val="init"/>
        </dgm:presLayoutVars>
      </dgm:prSet>
      <dgm:spPr/>
    </dgm:pt>
    <dgm:pt modelId="{F4302FEE-2DD5-41EE-9C9F-D1CBA5E79B53}" type="pres">
      <dgm:prSet presAssocID="{C9F7BACE-CF62-4216-8486-994C3363B71A}" presName="rootComposite" presStyleCnt="0"/>
      <dgm:spPr/>
    </dgm:pt>
    <dgm:pt modelId="{EBD05960-D44E-4212-AB08-94015CD57D00}" type="pres">
      <dgm:prSet presAssocID="{C9F7BACE-CF62-4216-8486-994C3363B71A}" presName="rootText" presStyleLbl="node3" presStyleIdx="5" presStyleCnt="25">
        <dgm:presLayoutVars>
          <dgm:chPref val="3"/>
        </dgm:presLayoutVars>
      </dgm:prSet>
      <dgm:spPr/>
    </dgm:pt>
    <dgm:pt modelId="{5167C3E7-9AE0-4ED2-8C40-6BCC4F0C7BFE}" type="pres">
      <dgm:prSet presAssocID="{C9F7BACE-CF62-4216-8486-994C3363B71A}" presName="rootConnector" presStyleLbl="node3" presStyleIdx="5" presStyleCnt="25"/>
      <dgm:spPr/>
    </dgm:pt>
    <dgm:pt modelId="{C47A8F7B-A286-440E-9BFE-F862882404BB}" type="pres">
      <dgm:prSet presAssocID="{C9F7BACE-CF62-4216-8486-994C3363B71A}" presName="hierChild4" presStyleCnt="0"/>
      <dgm:spPr/>
    </dgm:pt>
    <dgm:pt modelId="{802FFEDF-170C-4A25-A8D7-AE66FFE65989}" type="pres">
      <dgm:prSet presAssocID="{C9F7BACE-CF62-4216-8486-994C3363B71A}" presName="hierChild5" presStyleCnt="0"/>
      <dgm:spPr/>
    </dgm:pt>
    <dgm:pt modelId="{71CA5A9A-4DD5-47B8-8C4A-5399BE347D6F}" type="pres">
      <dgm:prSet presAssocID="{0B8FEC00-2B33-4D80-9AE6-708F9D265C03}" presName="Name37" presStyleLbl="parChTrans1D3" presStyleIdx="6" presStyleCnt="25"/>
      <dgm:spPr/>
    </dgm:pt>
    <dgm:pt modelId="{F9FEB05E-671D-4253-8C95-9AB22762B899}" type="pres">
      <dgm:prSet presAssocID="{BF9C5880-D4F7-41C5-9222-AB12AED5F044}" presName="hierRoot2" presStyleCnt="0">
        <dgm:presLayoutVars>
          <dgm:hierBranch val="init"/>
        </dgm:presLayoutVars>
      </dgm:prSet>
      <dgm:spPr/>
    </dgm:pt>
    <dgm:pt modelId="{EB51CC3B-7464-44AC-B50C-9087010A8071}" type="pres">
      <dgm:prSet presAssocID="{BF9C5880-D4F7-41C5-9222-AB12AED5F044}" presName="rootComposite" presStyleCnt="0"/>
      <dgm:spPr/>
    </dgm:pt>
    <dgm:pt modelId="{15BFB8D6-AC23-4D7F-9EF5-D676C5FF89AF}" type="pres">
      <dgm:prSet presAssocID="{BF9C5880-D4F7-41C5-9222-AB12AED5F044}" presName="rootText" presStyleLbl="node3" presStyleIdx="6" presStyleCnt="25">
        <dgm:presLayoutVars>
          <dgm:chPref val="3"/>
        </dgm:presLayoutVars>
      </dgm:prSet>
      <dgm:spPr/>
    </dgm:pt>
    <dgm:pt modelId="{AED51350-DBA5-4696-A620-A0DB1085325E}" type="pres">
      <dgm:prSet presAssocID="{BF9C5880-D4F7-41C5-9222-AB12AED5F044}" presName="rootConnector" presStyleLbl="node3" presStyleIdx="6" presStyleCnt="25"/>
      <dgm:spPr/>
    </dgm:pt>
    <dgm:pt modelId="{91D0BE83-5573-43B0-80D7-93C38A9D4AD9}" type="pres">
      <dgm:prSet presAssocID="{BF9C5880-D4F7-41C5-9222-AB12AED5F044}" presName="hierChild4" presStyleCnt="0"/>
      <dgm:spPr/>
    </dgm:pt>
    <dgm:pt modelId="{7689BA73-9B60-48A8-82C0-9D7AA845BB8C}" type="pres">
      <dgm:prSet presAssocID="{BF9C5880-D4F7-41C5-9222-AB12AED5F044}" presName="hierChild5" presStyleCnt="0"/>
      <dgm:spPr/>
    </dgm:pt>
    <dgm:pt modelId="{42413619-7261-470B-9E84-A47628308C16}" type="pres">
      <dgm:prSet presAssocID="{874701C3-54F7-4F1B-BC9E-03BEB0BF15B8}" presName="Name37" presStyleLbl="parChTrans1D3" presStyleIdx="7" presStyleCnt="25"/>
      <dgm:spPr/>
    </dgm:pt>
    <dgm:pt modelId="{99332A11-34DA-4A8B-B728-C1A2F31E04F0}" type="pres">
      <dgm:prSet presAssocID="{24F04B7E-DBCB-4D1E-9604-6F18E002899D}" presName="hierRoot2" presStyleCnt="0">
        <dgm:presLayoutVars>
          <dgm:hierBranch val="init"/>
        </dgm:presLayoutVars>
      </dgm:prSet>
      <dgm:spPr/>
    </dgm:pt>
    <dgm:pt modelId="{1E3130DD-89D2-432D-8567-5C5702AD0738}" type="pres">
      <dgm:prSet presAssocID="{24F04B7E-DBCB-4D1E-9604-6F18E002899D}" presName="rootComposite" presStyleCnt="0"/>
      <dgm:spPr/>
    </dgm:pt>
    <dgm:pt modelId="{BCC7F215-CBCF-4DA5-9647-6DCD6D2A6D13}" type="pres">
      <dgm:prSet presAssocID="{24F04B7E-DBCB-4D1E-9604-6F18E002899D}" presName="rootText" presStyleLbl="node3" presStyleIdx="7" presStyleCnt="25">
        <dgm:presLayoutVars>
          <dgm:chPref val="3"/>
        </dgm:presLayoutVars>
      </dgm:prSet>
      <dgm:spPr/>
    </dgm:pt>
    <dgm:pt modelId="{823DF515-C365-451E-81BF-6CCA40CE03DD}" type="pres">
      <dgm:prSet presAssocID="{24F04B7E-DBCB-4D1E-9604-6F18E002899D}" presName="rootConnector" presStyleLbl="node3" presStyleIdx="7" presStyleCnt="25"/>
      <dgm:spPr/>
    </dgm:pt>
    <dgm:pt modelId="{D1051898-8562-4AE0-89EA-18D3B1EFCAAF}" type="pres">
      <dgm:prSet presAssocID="{24F04B7E-DBCB-4D1E-9604-6F18E002899D}" presName="hierChild4" presStyleCnt="0"/>
      <dgm:spPr/>
    </dgm:pt>
    <dgm:pt modelId="{11E94072-02EA-4E33-ABDF-CD51E0709812}" type="pres">
      <dgm:prSet presAssocID="{24F04B7E-DBCB-4D1E-9604-6F18E002899D}" presName="hierChild5" presStyleCnt="0"/>
      <dgm:spPr/>
    </dgm:pt>
    <dgm:pt modelId="{880DDCE7-C0E1-4B55-B684-8AE4F6790951}" type="pres">
      <dgm:prSet presAssocID="{F1F51FE5-5D44-4FF2-B3B3-1EDF3F6A56E0}" presName="Name37" presStyleLbl="parChTrans1D3" presStyleIdx="8" presStyleCnt="25"/>
      <dgm:spPr/>
    </dgm:pt>
    <dgm:pt modelId="{174D894B-30FF-40F6-B718-3732B9B8F12A}" type="pres">
      <dgm:prSet presAssocID="{35C724B6-7E6D-4B46-A070-FD8579BE3C97}" presName="hierRoot2" presStyleCnt="0">
        <dgm:presLayoutVars>
          <dgm:hierBranch val="init"/>
        </dgm:presLayoutVars>
      </dgm:prSet>
      <dgm:spPr/>
    </dgm:pt>
    <dgm:pt modelId="{90FD0FF2-078B-4E33-8430-F1439C4E92A9}" type="pres">
      <dgm:prSet presAssocID="{35C724B6-7E6D-4B46-A070-FD8579BE3C97}" presName="rootComposite" presStyleCnt="0"/>
      <dgm:spPr/>
    </dgm:pt>
    <dgm:pt modelId="{93B7742B-29B5-4490-B296-8DB43569E122}" type="pres">
      <dgm:prSet presAssocID="{35C724B6-7E6D-4B46-A070-FD8579BE3C97}" presName="rootText" presStyleLbl="node3" presStyleIdx="8" presStyleCnt="25">
        <dgm:presLayoutVars>
          <dgm:chPref val="3"/>
        </dgm:presLayoutVars>
      </dgm:prSet>
      <dgm:spPr/>
    </dgm:pt>
    <dgm:pt modelId="{ACFBF52D-B114-44DB-BB8A-3BE645D85838}" type="pres">
      <dgm:prSet presAssocID="{35C724B6-7E6D-4B46-A070-FD8579BE3C97}" presName="rootConnector" presStyleLbl="node3" presStyleIdx="8" presStyleCnt="25"/>
      <dgm:spPr/>
    </dgm:pt>
    <dgm:pt modelId="{A8DEA97C-5316-4E67-AEF8-FF9995A3DB82}" type="pres">
      <dgm:prSet presAssocID="{35C724B6-7E6D-4B46-A070-FD8579BE3C97}" presName="hierChild4" presStyleCnt="0"/>
      <dgm:spPr/>
    </dgm:pt>
    <dgm:pt modelId="{D46B067E-8AC6-48A4-812A-CC9E7FA867E9}" type="pres">
      <dgm:prSet presAssocID="{35C724B6-7E6D-4B46-A070-FD8579BE3C97}" presName="hierChild5" presStyleCnt="0"/>
      <dgm:spPr/>
    </dgm:pt>
    <dgm:pt modelId="{08E775A1-D7EF-4BC2-BA03-758080B6392A}" type="pres">
      <dgm:prSet presAssocID="{5FCD322C-5D3F-4D5C-A7D2-34EF06DF685E}" presName="hierChild5" presStyleCnt="0"/>
      <dgm:spPr/>
    </dgm:pt>
    <dgm:pt modelId="{496559C2-99EF-4596-A990-1CBA4733DF1C}" type="pres">
      <dgm:prSet presAssocID="{6FF68B90-BC2D-45CF-B6A8-DDE505664A74}" presName="Name37" presStyleLbl="parChTrans1D2" presStyleIdx="2" presStyleCnt="6"/>
      <dgm:spPr/>
    </dgm:pt>
    <dgm:pt modelId="{FE933302-C9B9-4F25-8ED9-21427F393013}" type="pres">
      <dgm:prSet presAssocID="{E72546ED-BA8C-49D9-971D-861FD1D5B543}" presName="hierRoot2" presStyleCnt="0">
        <dgm:presLayoutVars>
          <dgm:hierBranch val="init"/>
        </dgm:presLayoutVars>
      </dgm:prSet>
      <dgm:spPr/>
    </dgm:pt>
    <dgm:pt modelId="{092CB53E-EA45-4E74-B242-9E71C31AD0CF}" type="pres">
      <dgm:prSet presAssocID="{E72546ED-BA8C-49D9-971D-861FD1D5B543}" presName="rootComposite" presStyleCnt="0"/>
      <dgm:spPr/>
    </dgm:pt>
    <dgm:pt modelId="{2F2E2730-2A08-418D-9EEC-D9D8928C795C}" type="pres">
      <dgm:prSet presAssocID="{E72546ED-BA8C-49D9-971D-861FD1D5B543}" presName="rootText" presStyleLbl="node2" presStyleIdx="2" presStyleCnt="6">
        <dgm:presLayoutVars>
          <dgm:chPref val="3"/>
        </dgm:presLayoutVars>
      </dgm:prSet>
      <dgm:spPr/>
    </dgm:pt>
    <dgm:pt modelId="{A38BECA6-ACB5-40F8-9CF5-B402CFE6AB45}" type="pres">
      <dgm:prSet presAssocID="{E72546ED-BA8C-49D9-971D-861FD1D5B543}" presName="rootConnector" presStyleLbl="node2" presStyleIdx="2" presStyleCnt="6"/>
      <dgm:spPr/>
    </dgm:pt>
    <dgm:pt modelId="{44EAC232-F942-43B6-8A40-2459B73457C0}" type="pres">
      <dgm:prSet presAssocID="{E72546ED-BA8C-49D9-971D-861FD1D5B543}" presName="hierChild4" presStyleCnt="0"/>
      <dgm:spPr/>
    </dgm:pt>
    <dgm:pt modelId="{FD9E9BF4-1946-4182-A7D7-4CEE73261E28}" type="pres">
      <dgm:prSet presAssocID="{9845B2B0-BDDE-4F56-BBD8-D7F7D0ED4D2D}" presName="Name37" presStyleLbl="parChTrans1D3" presStyleIdx="9" presStyleCnt="25"/>
      <dgm:spPr/>
    </dgm:pt>
    <dgm:pt modelId="{86D83043-9C2A-4DEB-8F53-BB2F565ED348}" type="pres">
      <dgm:prSet presAssocID="{DE4D442F-0FAD-4DB3-93B3-A551C0DDB84A}" presName="hierRoot2" presStyleCnt="0">
        <dgm:presLayoutVars>
          <dgm:hierBranch val="init"/>
        </dgm:presLayoutVars>
      </dgm:prSet>
      <dgm:spPr/>
    </dgm:pt>
    <dgm:pt modelId="{1E8011D1-4926-4751-99EA-F4368775A9A4}" type="pres">
      <dgm:prSet presAssocID="{DE4D442F-0FAD-4DB3-93B3-A551C0DDB84A}" presName="rootComposite" presStyleCnt="0"/>
      <dgm:spPr/>
    </dgm:pt>
    <dgm:pt modelId="{476B2BD4-CF8A-432E-BEB1-CA03BEFCEA29}" type="pres">
      <dgm:prSet presAssocID="{DE4D442F-0FAD-4DB3-93B3-A551C0DDB84A}" presName="rootText" presStyleLbl="node3" presStyleIdx="9" presStyleCnt="25" custScaleY="188672">
        <dgm:presLayoutVars>
          <dgm:chPref val="3"/>
        </dgm:presLayoutVars>
      </dgm:prSet>
      <dgm:spPr/>
    </dgm:pt>
    <dgm:pt modelId="{08F87A13-6A28-464A-B5C6-9E977C36D4AD}" type="pres">
      <dgm:prSet presAssocID="{DE4D442F-0FAD-4DB3-93B3-A551C0DDB84A}" presName="rootConnector" presStyleLbl="node3" presStyleIdx="9" presStyleCnt="25"/>
      <dgm:spPr/>
    </dgm:pt>
    <dgm:pt modelId="{E904BD79-2DD0-4C96-AD45-1A6CE8734ED8}" type="pres">
      <dgm:prSet presAssocID="{DE4D442F-0FAD-4DB3-93B3-A551C0DDB84A}" presName="hierChild4" presStyleCnt="0"/>
      <dgm:spPr/>
    </dgm:pt>
    <dgm:pt modelId="{65189E79-3F32-4D16-8044-78A483B030B8}" type="pres">
      <dgm:prSet presAssocID="{DE4D442F-0FAD-4DB3-93B3-A551C0DDB84A}" presName="hierChild5" presStyleCnt="0"/>
      <dgm:spPr/>
    </dgm:pt>
    <dgm:pt modelId="{BBF0746A-1106-46BD-9112-403AB26A2A5F}" type="pres">
      <dgm:prSet presAssocID="{E72546ED-BA8C-49D9-971D-861FD1D5B543}" presName="hierChild5" presStyleCnt="0"/>
      <dgm:spPr/>
    </dgm:pt>
    <dgm:pt modelId="{61154FB7-77BF-4CE0-8DF5-8BC851814B5D}" type="pres">
      <dgm:prSet presAssocID="{FA59E4B1-F05E-465A-895E-BADC25316D33}" presName="Name37" presStyleLbl="parChTrans1D2" presStyleIdx="3" presStyleCnt="6"/>
      <dgm:spPr/>
    </dgm:pt>
    <dgm:pt modelId="{B706E241-6C08-414E-8E79-F7C6C878F92F}" type="pres">
      <dgm:prSet presAssocID="{61D07739-104B-43D9-B26A-7195E1B4B97F}" presName="hierRoot2" presStyleCnt="0">
        <dgm:presLayoutVars>
          <dgm:hierBranch val="init"/>
        </dgm:presLayoutVars>
      </dgm:prSet>
      <dgm:spPr/>
    </dgm:pt>
    <dgm:pt modelId="{B76CD25E-35E7-467D-9579-42808D6568F1}" type="pres">
      <dgm:prSet presAssocID="{61D07739-104B-43D9-B26A-7195E1B4B97F}" presName="rootComposite" presStyleCnt="0"/>
      <dgm:spPr/>
    </dgm:pt>
    <dgm:pt modelId="{5A075C05-7F9A-4877-B50A-BBB4FFD77C37}" type="pres">
      <dgm:prSet presAssocID="{61D07739-104B-43D9-B26A-7195E1B4B97F}" presName="rootText" presStyleLbl="node2" presStyleIdx="3" presStyleCnt="6">
        <dgm:presLayoutVars>
          <dgm:chPref val="3"/>
        </dgm:presLayoutVars>
      </dgm:prSet>
      <dgm:spPr/>
    </dgm:pt>
    <dgm:pt modelId="{6880BC30-578D-4912-BB62-1A72B022D9DD}" type="pres">
      <dgm:prSet presAssocID="{61D07739-104B-43D9-B26A-7195E1B4B97F}" presName="rootConnector" presStyleLbl="node2" presStyleIdx="3" presStyleCnt="6"/>
      <dgm:spPr/>
    </dgm:pt>
    <dgm:pt modelId="{CE9D5F18-99E0-47AD-89CD-9C9AC22D9C26}" type="pres">
      <dgm:prSet presAssocID="{61D07739-104B-43D9-B26A-7195E1B4B97F}" presName="hierChild4" presStyleCnt="0"/>
      <dgm:spPr/>
    </dgm:pt>
    <dgm:pt modelId="{B1FE998C-FCBA-4346-9804-31DA7517A7CE}" type="pres">
      <dgm:prSet presAssocID="{7EF1D961-4D1B-4588-B668-E839DEBE7F49}" presName="Name37" presStyleLbl="parChTrans1D3" presStyleIdx="10" presStyleCnt="25"/>
      <dgm:spPr/>
    </dgm:pt>
    <dgm:pt modelId="{00EF0AC1-6FA5-496B-A4BF-8C4665B40E1F}" type="pres">
      <dgm:prSet presAssocID="{76FA638B-B586-4FB7-B39D-816D3CFD0106}" presName="hierRoot2" presStyleCnt="0">
        <dgm:presLayoutVars>
          <dgm:hierBranch val="init"/>
        </dgm:presLayoutVars>
      </dgm:prSet>
      <dgm:spPr/>
    </dgm:pt>
    <dgm:pt modelId="{6EC3B2E4-DD5A-49E5-8ED7-45076D65B336}" type="pres">
      <dgm:prSet presAssocID="{76FA638B-B586-4FB7-B39D-816D3CFD0106}" presName="rootComposite" presStyleCnt="0"/>
      <dgm:spPr/>
    </dgm:pt>
    <dgm:pt modelId="{F2667B79-CF1F-463E-A131-3CE0A65387A7}" type="pres">
      <dgm:prSet presAssocID="{76FA638B-B586-4FB7-B39D-816D3CFD0106}" presName="rootText" presStyleLbl="node3" presStyleIdx="10" presStyleCnt="25">
        <dgm:presLayoutVars>
          <dgm:chPref val="3"/>
        </dgm:presLayoutVars>
      </dgm:prSet>
      <dgm:spPr/>
    </dgm:pt>
    <dgm:pt modelId="{40BE2D75-DAAB-4127-B1AE-ECB0898341DC}" type="pres">
      <dgm:prSet presAssocID="{76FA638B-B586-4FB7-B39D-816D3CFD0106}" presName="rootConnector" presStyleLbl="node3" presStyleIdx="10" presStyleCnt="25"/>
      <dgm:spPr/>
    </dgm:pt>
    <dgm:pt modelId="{C0B11D6B-80BD-4916-B949-4A44B7E71CCB}" type="pres">
      <dgm:prSet presAssocID="{76FA638B-B586-4FB7-B39D-816D3CFD0106}" presName="hierChild4" presStyleCnt="0"/>
      <dgm:spPr/>
    </dgm:pt>
    <dgm:pt modelId="{EE64DF74-8BFE-46D7-95D8-DB8A52A1C6F5}" type="pres">
      <dgm:prSet presAssocID="{76FA638B-B586-4FB7-B39D-816D3CFD0106}" presName="hierChild5" presStyleCnt="0"/>
      <dgm:spPr/>
    </dgm:pt>
    <dgm:pt modelId="{2CE6F7EC-E72A-4055-81BB-465D5F13136C}" type="pres">
      <dgm:prSet presAssocID="{E7D7963A-6380-4535-B117-AB0D07664A86}" presName="Name37" presStyleLbl="parChTrans1D3" presStyleIdx="11" presStyleCnt="25"/>
      <dgm:spPr/>
    </dgm:pt>
    <dgm:pt modelId="{BB7C6B4B-C820-4A8C-B95B-4C0F081522D4}" type="pres">
      <dgm:prSet presAssocID="{D363B4B3-A518-47DF-A389-8479594EA6E6}" presName="hierRoot2" presStyleCnt="0">
        <dgm:presLayoutVars>
          <dgm:hierBranch val="init"/>
        </dgm:presLayoutVars>
      </dgm:prSet>
      <dgm:spPr/>
    </dgm:pt>
    <dgm:pt modelId="{7CA37852-4809-4E69-A01E-2101B2C9352C}" type="pres">
      <dgm:prSet presAssocID="{D363B4B3-A518-47DF-A389-8479594EA6E6}" presName="rootComposite" presStyleCnt="0"/>
      <dgm:spPr/>
    </dgm:pt>
    <dgm:pt modelId="{A0D01B12-6B17-4016-B664-F06476356314}" type="pres">
      <dgm:prSet presAssocID="{D363B4B3-A518-47DF-A389-8479594EA6E6}" presName="rootText" presStyleLbl="node3" presStyleIdx="11" presStyleCnt="25">
        <dgm:presLayoutVars>
          <dgm:chPref val="3"/>
        </dgm:presLayoutVars>
      </dgm:prSet>
      <dgm:spPr/>
    </dgm:pt>
    <dgm:pt modelId="{6F266B99-DDBA-4F63-A21A-1E02EC3A1491}" type="pres">
      <dgm:prSet presAssocID="{D363B4B3-A518-47DF-A389-8479594EA6E6}" presName="rootConnector" presStyleLbl="node3" presStyleIdx="11" presStyleCnt="25"/>
      <dgm:spPr/>
    </dgm:pt>
    <dgm:pt modelId="{387E8D71-9D55-4060-9CAA-8BDB1136D81F}" type="pres">
      <dgm:prSet presAssocID="{D363B4B3-A518-47DF-A389-8479594EA6E6}" presName="hierChild4" presStyleCnt="0"/>
      <dgm:spPr/>
    </dgm:pt>
    <dgm:pt modelId="{4DF0D53B-896D-465B-88C1-B90D8F867CFF}" type="pres">
      <dgm:prSet presAssocID="{D363B4B3-A518-47DF-A389-8479594EA6E6}" presName="hierChild5" presStyleCnt="0"/>
      <dgm:spPr/>
    </dgm:pt>
    <dgm:pt modelId="{875D4688-8BF3-4F43-8640-550A94742A33}" type="pres">
      <dgm:prSet presAssocID="{61D07739-104B-43D9-B26A-7195E1B4B97F}" presName="hierChild5" presStyleCnt="0"/>
      <dgm:spPr/>
    </dgm:pt>
    <dgm:pt modelId="{FB478D9B-B3F2-4CF7-983D-4F524607BDEB}" type="pres">
      <dgm:prSet presAssocID="{D5D6D577-DA0F-4BBA-BC1A-AEDB3CEEE128}" presName="Name37" presStyleLbl="parChTrans1D2" presStyleIdx="4" presStyleCnt="6"/>
      <dgm:spPr/>
    </dgm:pt>
    <dgm:pt modelId="{125DB2E4-720E-4FDA-8BE3-AC1F14362D09}" type="pres">
      <dgm:prSet presAssocID="{495962ED-C416-44A5-A9FE-325DDE994EB8}" presName="hierRoot2" presStyleCnt="0">
        <dgm:presLayoutVars>
          <dgm:hierBranch val="init"/>
        </dgm:presLayoutVars>
      </dgm:prSet>
      <dgm:spPr/>
    </dgm:pt>
    <dgm:pt modelId="{BE89078E-015A-4C80-B9FB-829AB2B31DB5}" type="pres">
      <dgm:prSet presAssocID="{495962ED-C416-44A5-A9FE-325DDE994EB8}" presName="rootComposite" presStyleCnt="0"/>
      <dgm:spPr/>
    </dgm:pt>
    <dgm:pt modelId="{3FCDC023-57C5-478F-8059-5FC9461DB520}" type="pres">
      <dgm:prSet presAssocID="{495962ED-C416-44A5-A9FE-325DDE994EB8}" presName="rootText" presStyleLbl="node2" presStyleIdx="4" presStyleCnt="6">
        <dgm:presLayoutVars>
          <dgm:chPref val="3"/>
        </dgm:presLayoutVars>
      </dgm:prSet>
      <dgm:spPr/>
    </dgm:pt>
    <dgm:pt modelId="{A5097330-5A79-4B9A-858C-88A08BBE257B}" type="pres">
      <dgm:prSet presAssocID="{495962ED-C416-44A5-A9FE-325DDE994EB8}" presName="rootConnector" presStyleLbl="node2" presStyleIdx="4" presStyleCnt="6"/>
      <dgm:spPr/>
    </dgm:pt>
    <dgm:pt modelId="{C03402B8-0DD3-4B7B-A0F3-5796E0D989E9}" type="pres">
      <dgm:prSet presAssocID="{495962ED-C416-44A5-A9FE-325DDE994EB8}" presName="hierChild4" presStyleCnt="0"/>
      <dgm:spPr/>
    </dgm:pt>
    <dgm:pt modelId="{EB5E1CAA-A399-438F-98D5-1AE8D848F0CA}" type="pres">
      <dgm:prSet presAssocID="{9838C4A8-B101-429E-A53A-39D0D74A08B3}" presName="Name37" presStyleLbl="parChTrans1D3" presStyleIdx="12" presStyleCnt="25"/>
      <dgm:spPr/>
    </dgm:pt>
    <dgm:pt modelId="{EFB8801A-CA1E-4E04-BE9D-DB8528904F34}" type="pres">
      <dgm:prSet presAssocID="{B2C3A02B-D97A-4DA6-AD94-AA9CC274D457}" presName="hierRoot2" presStyleCnt="0">
        <dgm:presLayoutVars>
          <dgm:hierBranch val="init"/>
        </dgm:presLayoutVars>
      </dgm:prSet>
      <dgm:spPr/>
    </dgm:pt>
    <dgm:pt modelId="{C62287C9-A189-4B9E-8210-E5F51E25993B}" type="pres">
      <dgm:prSet presAssocID="{B2C3A02B-D97A-4DA6-AD94-AA9CC274D457}" presName="rootComposite" presStyleCnt="0"/>
      <dgm:spPr/>
    </dgm:pt>
    <dgm:pt modelId="{19E60112-0FB5-47B1-8139-F93F6FA143CE}" type="pres">
      <dgm:prSet presAssocID="{B2C3A02B-D97A-4DA6-AD94-AA9CC274D457}" presName="rootText" presStyleLbl="node3" presStyleIdx="12" presStyleCnt="25" custScaleY="95695">
        <dgm:presLayoutVars>
          <dgm:chPref val="3"/>
        </dgm:presLayoutVars>
      </dgm:prSet>
      <dgm:spPr/>
    </dgm:pt>
    <dgm:pt modelId="{755037A1-503E-40CD-B1EF-4C8C5B859B81}" type="pres">
      <dgm:prSet presAssocID="{B2C3A02B-D97A-4DA6-AD94-AA9CC274D457}" presName="rootConnector" presStyleLbl="node3" presStyleIdx="12" presStyleCnt="25"/>
      <dgm:spPr/>
    </dgm:pt>
    <dgm:pt modelId="{5871FF93-4FB6-427B-8E14-EA8655ACCABF}" type="pres">
      <dgm:prSet presAssocID="{B2C3A02B-D97A-4DA6-AD94-AA9CC274D457}" presName="hierChild4" presStyleCnt="0"/>
      <dgm:spPr/>
    </dgm:pt>
    <dgm:pt modelId="{27CBCF77-4295-45B4-8080-3332BCE29A77}" type="pres">
      <dgm:prSet presAssocID="{B2C3A02B-D97A-4DA6-AD94-AA9CC274D457}" presName="hierChild5" presStyleCnt="0"/>
      <dgm:spPr/>
    </dgm:pt>
    <dgm:pt modelId="{3ED5C4BC-2085-439E-A643-C865B216E920}" type="pres">
      <dgm:prSet presAssocID="{155D905F-80E3-4842-A574-163BA4DAEA82}" presName="Name37" presStyleLbl="parChTrans1D3" presStyleIdx="13" presStyleCnt="25"/>
      <dgm:spPr/>
    </dgm:pt>
    <dgm:pt modelId="{B6EDC56D-D687-4147-81BF-DAA0391B9DCC}" type="pres">
      <dgm:prSet presAssocID="{93C1BAA0-39AC-4D7D-9BF2-C7041D9B28F1}" presName="hierRoot2" presStyleCnt="0">
        <dgm:presLayoutVars>
          <dgm:hierBranch val="init"/>
        </dgm:presLayoutVars>
      </dgm:prSet>
      <dgm:spPr/>
    </dgm:pt>
    <dgm:pt modelId="{88BA4E44-7CFA-4B2F-8373-D40E51BEBFED}" type="pres">
      <dgm:prSet presAssocID="{93C1BAA0-39AC-4D7D-9BF2-C7041D9B28F1}" presName="rootComposite" presStyleCnt="0"/>
      <dgm:spPr/>
    </dgm:pt>
    <dgm:pt modelId="{D928AC06-D3C6-453F-87A2-144E0B0B8347}" type="pres">
      <dgm:prSet presAssocID="{93C1BAA0-39AC-4D7D-9BF2-C7041D9B28F1}" presName="rootText" presStyleLbl="node3" presStyleIdx="13" presStyleCnt="25" custScaleY="75680">
        <dgm:presLayoutVars>
          <dgm:chPref val="3"/>
        </dgm:presLayoutVars>
      </dgm:prSet>
      <dgm:spPr/>
    </dgm:pt>
    <dgm:pt modelId="{71724F2F-8A0F-4C7E-98C3-9232167C780E}" type="pres">
      <dgm:prSet presAssocID="{93C1BAA0-39AC-4D7D-9BF2-C7041D9B28F1}" presName="rootConnector" presStyleLbl="node3" presStyleIdx="13" presStyleCnt="25"/>
      <dgm:spPr/>
    </dgm:pt>
    <dgm:pt modelId="{99927BCB-1D4F-43A6-B6D1-8E279F84ABE8}" type="pres">
      <dgm:prSet presAssocID="{93C1BAA0-39AC-4D7D-9BF2-C7041D9B28F1}" presName="hierChild4" presStyleCnt="0"/>
      <dgm:spPr/>
    </dgm:pt>
    <dgm:pt modelId="{58CDAA7F-86F0-42C5-A6DC-19D22C380D24}" type="pres">
      <dgm:prSet presAssocID="{93C1BAA0-39AC-4D7D-9BF2-C7041D9B28F1}" presName="hierChild5" presStyleCnt="0"/>
      <dgm:spPr/>
    </dgm:pt>
    <dgm:pt modelId="{EE12CC80-D440-4741-A6EE-A94011D565B4}" type="pres">
      <dgm:prSet presAssocID="{62BD194E-3FA5-41A1-9187-5915910A34E8}" presName="Name37" presStyleLbl="parChTrans1D3" presStyleIdx="14" presStyleCnt="25"/>
      <dgm:spPr/>
    </dgm:pt>
    <dgm:pt modelId="{28CAB17A-7F85-4A93-8DFD-FD1D7263D34F}" type="pres">
      <dgm:prSet presAssocID="{9C4B9D37-D3D5-4017-9017-04F55A8FD395}" presName="hierRoot2" presStyleCnt="0">
        <dgm:presLayoutVars>
          <dgm:hierBranch val="init"/>
        </dgm:presLayoutVars>
      </dgm:prSet>
      <dgm:spPr/>
    </dgm:pt>
    <dgm:pt modelId="{29706714-ED21-4F62-A9AB-3C2437F5B48D}" type="pres">
      <dgm:prSet presAssocID="{9C4B9D37-D3D5-4017-9017-04F55A8FD395}" presName="rootComposite" presStyleCnt="0"/>
      <dgm:spPr/>
    </dgm:pt>
    <dgm:pt modelId="{B089AEF8-EE2D-44F3-934D-3EA9F6D77D04}" type="pres">
      <dgm:prSet presAssocID="{9C4B9D37-D3D5-4017-9017-04F55A8FD395}" presName="rootText" presStyleLbl="node3" presStyleIdx="14" presStyleCnt="25" custScaleY="63012">
        <dgm:presLayoutVars>
          <dgm:chPref val="3"/>
        </dgm:presLayoutVars>
      </dgm:prSet>
      <dgm:spPr/>
    </dgm:pt>
    <dgm:pt modelId="{29EF7756-0D66-4D01-AE3A-8BB897B43582}" type="pres">
      <dgm:prSet presAssocID="{9C4B9D37-D3D5-4017-9017-04F55A8FD395}" presName="rootConnector" presStyleLbl="node3" presStyleIdx="14" presStyleCnt="25"/>
      <dgm:spPr/>
    </dgm:pt>
    <dgm:pt modelId="{6A04D9C4-766C-457D-90AB-196285266FBE}" type="pres">
      <dgm:prSet presAssocID="{9C4B9D37-D3D5-4017-9017-04F55A8FD395}" presName="hierChild4" presStyleCnt="0"/>
      <dgm:spPr/>
    </dgm:pt>
    <dgm:pt modelId="{F832F11A-2E42-49DE-9A98-B222F8ABE6BB}" type="pres">
      <dgm:prSet presAssocID="{9C4B9D37-D3D5-4017-9017-04F55A8FD395}" presName="hierChild5" presStyleCnt="0"/>
      <dgm:spPr/>
    </dgm:pt>
    <dgm:pt modelId="{C9D4240C-1982-4419-A5DB-ACC9A0EB01AC}" type="pres">
      <dgm:prSet presAssocID="{642F45EF-F35A-4849-BDCA-2A0C99E8F199}" presName="Name37" presStyleLbl="parChTrans1D3" presStyleIdx="15" presStyleCnt="25"/>
      <dgm:spPr/>
    </dgm:pt>
    <dgm:pt modelId="{0252BF9D-C1C5-43A4-9A31-0D24CE345E7C}" type="pres">
      <dgm:prSet presAssocID="{E8426450-F345-4173-A386-BFF4D7397F5D}" presName="hierRoot2" presStyleCnt="0">
        <dgm:presLayoutVars>
          <dgm:hierBranch val="init"/>
        </dgm:presLayoutVars>
      </dgm:prSet>
      <dgm:spPr/>
    </dgm:pt>
    <dgm:pt modelId="{3012C647-9E99-4EC3-99F2-5D2B884B6E2B}" type="pres">
      <dgm:prSet presAssocID="{E8426450-F345-4173-A386-BFF4D7397F5D}" presName="rootComposite" presStyleCnt="0"/>
      <dgm:spPr/>
    </dgm:pt>
    <dgm:pt modelId="{07479BD3-2AD1-42E2-9E0E-943CC1FCE288}" type="pres">
      <dgm:prSet presAssocID="{E8426450-F345-4173-A386-BFF4D7397F5D}" presName="rootText" presStyleLbl="node3" presStyleIdx="15" presStyleCnt="25" custScaleY="88347">
        <dgm:presLayoutVars>
          <dgm:chPref val="3"/>
        </dgm:presLayoutVars>
      </dgm:prSet>
      <dgm:spPr/>
    </dgm:pt>
    <dgm:pt modelId="{154CDB08-B455-4D4A-A6BE-96371C07B40D}" type="pres">
      <dgm:prSet presAssocID="{E8426450-F345-4173-A386-BFF4D7397F5D}" presName="rootConnector" presStyleLbl="node3" presStyleIdx="15" presStyleCnt="25"/>
      <dgm:spPr/>
    </dgm:pt>
    <dgm:pt modelId="{D59FB42B-1450-40FB-8F9A-7313B8101041}" type="pres">
      <dgm:prSet presAssocID="{E8426450-F345-4173-A386-BFF4D7397F5D}" presName="hierChild4" presStyleCnt="0"/>
      <dgm:spPr/>
    </dgm:pt>
    <dgm:pt modelId="{C9B325F8-6B74-4060-BCFC-F02C72B850AD}" type="pres">
      <dgm:prSet presAssocID="{E8426450-F345-4173-A386-BFF4D7397F5D}" presName="hierChild5" presStyleCnt="0"/>
      <dgm:spPr/>
    </dgm:pt>
    <dgm:pt modelId="{03523A63-8AE8-4FF3-8F4D-9A2CB75B9BAA}" type="pres">
      <dgm:prSet presAssocID="{17825D23-609D-4E60-B880-8A39789DD14C}" presName="Name37" presStyleLbl="parChTrans1D3" presStyleIdx="16" presStyleCnt="25"/>
      <dgm:spPr/>
    </dgm:pt>
    <dgm:pt modelId="{1485F4CC-0BCE-42AB-A9DB-67A7BFDB5E30}" type="pres">
      <dgm:prSet presAssocID="{A98AD967-AB73-4B0A-A071-DFB3D94B0110}" presName="hierRoot2" presStyleCnt="0">
        <dgm:presLayoutVars>
          <dgm:hierBranch val="init"/>
        </dgm:presLayoutVars>
      </dgm:prSet>
      <dgm:spPr/>
    </dgm:pt>
    <dgm:pt modelId="{C97CAAB3-1501-4D3A-964B-C916A112D418}" type="pres">
      <dgm:prSet presAssocID="{A98AD967-AB73-4B0A-A071-DFB3D94B0110}" presName="rootComposite" presStyleCnt="0"/>
      <dgm:spPr/>
    </dgm:pt>
    <dgm:pt modelId="{ED92629C-4E07-4664-8ABE-D8C851430C19}" type="pres">
      <dgm:prSet presAssocID="{A98AD967-AB73-4B0A-A071-DFB3D94B0110}" presName="rootText" presStyleLbl="node3" presStyleIdx="16" presStyleCnt="25" custScaleY="69346">
        <dgm:presLayoutVars>
          <dgm:chPref val="3"/>
        </dgm:presLayoutVars>
      </dgm:prSet>
      <dgm:spPr/>
    </dgm:pt>
    <dgm:pt modelId="{4518308B-E5B9-4B8C-8637-DC4427332EB4}" type="pres">
      <dgm:prSet presAssocID="{A98AD967-AB73-4B0A-A071-DFB3D94B0110}" presName="rootConnector" presStyleLbl="node3" presStyleIdx="16" presStyleCnt="25"/>
      <dgm:spPr/>
    </dgm:pt>
    <dgm:pt modelId="{DD8E0270-A4C6-4E47-8375-3DFB239D00D9}" type="pres">
      <dgm:prSet presAssocID="{A98AD967-AB73-4B0A-A071-DFB3D94B0110}" presName="hierChild4" presStyleCnt="0"/>
      <dgm:spPr/>
    </dgm:pt>
    <dgm:pt modelId="{2F8E4963-BE78-42EE-9E62-ADCD6032C939}" type="pres">
      <dgm:prSet presAssocID="{A98AD967-AB73-4B0A-A071-DFB3D94B0110}" presName="hierChild5" presStyleCnt="0"/>
      <dgm:spPr/>
    </dgm:pt>
    <dgm:pt modelId="{92503B89-EEC2-4674-BE0D-C7AA49EA4C51}" type="pres">
      <dgm:prSet presAssocID="{2C9DFCDF-5459-4CE5-B98C-CA31A5EDBB95}" presName="Name37" presStyleLbl="parChTrans1D3" presStyleIdx="17" presStyleCnt="25"/>
      <dgm:spPr/>
    </dgm:pt>
    <dgm:pt modelId="{99E7230D-9334-46AB-AB48-DEAB6C613289}" type="pres">
      <dgm:prSet presAssocID="{42BBB783-0FF8-4A2E-B7D6-24BC7FE6709D}" presName="hierRoot2" presStyleCnt="0">
        <dgm:presLayoutVars>
          <dgm:hierBranch val="init"/>
        </dgm:presLayoutVars>
      </dgm:prSet>
      <dgm:spPr/>
    </dgm:pt>
    <dgm:pt modelId="{F312E1BD-5FD6-4F23-8692-2A90F9510DB1}" type="pres">
      <dgm:prSet presAssocID="{42BBB783-0FF8-4A2E-B7D6-24BC7FE6709D}" presName="rootComposite" presStyleCnt="0"/>
      <dgm:spPr/>
    </dgm:pt>
    <dgm:pt modelId="{A16CC26E-DB5C-4F84-8F66-464102DB786C}" type="pres">
      <dgm:prSet presAssocID="{42BBB783-0FF8-4A2E-B7D6-24BC7FE6709D}" presName="rootText" presStyleLbl="node3" presStyleIdx="17" presStyleCnt="25" custScaleY="56679">
        <dgm:presLayoutVars>
          <dgm:chPref val="3"/>
        </dgm:presLayoutVars>
      </dgm:prSet>
      <dgm:spPr/>
    </dgm:pt>
    <dgm:pt modelId="{0AE8551E-34AF-4D8E-A143-4D6FA8DC48F8}" type="pres">
      <dgm:prSet presAssocID="{42BBB783-0FF8-4A2E-B7D6-24BC7FE6709D}" presName="rootConnector" presStyleLbl="node3" presStyleIdx="17" presStyleCnt="25"/>
      <dgm:spPr/>
    </dgm:pt>
    <dgm:pt modelId="{878632B3-BED0-4AF8-B1FD-BDAA245C4123}" type="pres">
      <dgm:prSet presAssocID="{42BBB783-0FF8-4A2E-B7D6-24BC7FE6709D}" presName="hierChild4" presStyleCnt="0"/>
      <dgm:spPr/>
    </dgm:pt>
    <dgm:pt modelId="{6782B9D4-308B-4A50-911E-6978D2534FB3}" type="pres">
      <dgm:prSet presAssocID="{42BBB783-0FF8-4A2E-B7D6-24BC7FE6709D}" presName="hierChild5" presStyleCnt="0"/>
      <dgm:spPr/>
    </dgm:pt>
    <dgm:pt modelId="{60F401A1-9746-4613-BB38-398548D68A86}" type="pres">
      <dgm:prSet presAssocID="{22AE3ECE-C087-4E36-9772-AAD9B6B1D769}" presName="Name37" presStyleLbl="parChTrans1D3" presStyleIdx="18" presStyleCnt="25"/>
      <dgm:spPr/>
    </dgm:pt>
    <dgm:pt modelId="{8463AC06-9293-4477-A3B4-0E6930A9A86B}" type="pres">
      <dgm:prSet presAssocID="{6BDD9464-4844-44E8-8604-AAC4FEBAC4F3}" presName="hierRoot2" presStyleCnt="0">
        <dgm:presLayoutVars>
          <dgm:hierBranch val="init"/>
        </dgm:presLayoutVars>
      </dgm:prSet>
      <dgm:spPr/>
    </dgm:pt>
    <dgm:pt modelId="{EF51B3F5-9F53-4BE7-B2CC-DED1FE2C70F9}" type="pres">
      <dgm:prSet presAssocID="{6BDD9464-4844-44E8-8604-AAC4FEBAC4F3}" presName="rootComposite" presStyleCnt="0"/>
      <dgm:spPr/>
    </dgm:pt>
    <dgm:pt modelId="{E63B1F46-2B41-409E-898D-984F6B92246B}" type="pres">
      <dgm:prSet presAssocID="{6BDD9464-4844-44E8-8604-AAC4FEBAC4F3}" presName="rootText" presStyleLbl="node3" presStyleIdx="18" presStyleCnt="25" custScaleY="56679">
        <dgm:presLayoutVars>
          <dgm:chPref val="3"/>
        </dgm:presLayoutVars>
      </dgm:prSet>
      <dgm:spPr/>
    </dgm:pt>
    <dgm:pt modelId="{58217EA5-D9F0-44D3-82BB-9E9702F328DD}" type="pres">
      <dgm:prSet presAssocID="{6BDD9464-4844-44E8-8604-AAC4FEBAC4F3}" presName="rootConnector" presStyleLbl="node3" presStyleIdx="18" presStyleCnt="25"/>
      <dgm:spPr/>
    </dgm:pt>
    <dgm:pt modelId="{618876DF-F723-4EEE-BF55-C5FC6660051C}" type="pres">
      <dgm:prSet presAssocID="{6BDD9464-4844-44E8-8604-AAC4FEBAC4F3}" presName="hierChild4" presStyleCnt="0"/>
      <dgm:spPr/>
    </dgm:pt>
    <dgm:pt modelId="{D289CF7B-BF68-4A23-AB97-A8B62B10B970}" type="pres">
      <dgm:prSet presAssocID="{6BDD9464-4844-44E8-8604-AAC4FEBAC4F3}" presName="hierChild5" presStyleCnt="0"/>
      <dgm:spPr/>
    </dgm:pt>
    <dgm:pt modelId="{BA06261F-BE95-4392-817E-F9853961B7E7}" type="pres">
      <dgm:prSet presAssocID="{92AA0646-71A7-43C3-A202-CD60E25EF6DF}" presName="Name37" presStyleLbl="parChTrans1D3" presStyleIdx="19" presStyleCnt="25"/>
      <dgm:spPr/>
    </dgm:pt>
    <dgm:pt modelId="{AD56BFA3-46AC-4211-A47B-03EA95E02388}" type="pres">
      <dgm:prSet presAssocID="{E5F79510-8BF1-4852-86BE-D1FE3F1ABCFA}" presName="hierRoot2" presStyleCnt="0">
        <dgm:presLayoutVars>
          <dgm:hierBranch val="init"/>
        </dgm:presLayoutVars>
      </dgm:prSet>
      <dgm:spPr/>
    </dgm:pt>
    <dgm:pt modelId="{C93C6234-8A87-4C15-BBE6-EF95D01465CE}" type="pres">
      <dgm:prSet presAssocID="{E5F79510-8BF1-4852-86BE-D1FE3F1ABCFA}" presName="rootComposite" presStyleCnt="0"/>
      <dgm:spPr/>
    </dgm:pt>
    <dgm:pt modelId="{3AAB593B-B40D-4348-A58D-6E0DC9875DF9}" type="pres">
      <dgm:prSet presAssocID="{E5F79510-8BF1-4852-86BE-D1FE3F1ABCFA}" presName="rootText" presStyleLbl="node3" presStyleIdx="19" presStyleCnt="25" custScaleY="75680">
        <dgm:presLayoutVars>
          <dgm:chPref val="3"/>
        </dgm:presLayoutVars>
      </dgm:prSet>
      <dgm:spPr/>
    </dgm:pt>
    <dgm:pt modelId="{2278E78E-9E40-4F95-A172-6C230E7D3D95}" type="pres">
      <dgm:prSet presAssocID="{E5F79510-8BF1-4852-86BE-D1FE3F1ABCFA}" presName="rootConnector" presStyleLbl="node3" presStyleIdx="19" presStyleCnt="25"/>
      <dgm:spPr/>
    </dgm:pt>
    <dgm:pt modelId="{F0A4C0D0-D6FC-4A44-BC1A-7A89F3DF7B32}" type="pres">
      <dgm:prSet presAssocID="{E5F79510-8BF1-4852-86BE-D1FE3F1ABCFA}" presName="hierChild4" presStyleCnt="0"/>
      <dgm:spPr/>
    </dgm:pt>
    <dgm:pt modelId="{F75C5412-A473-4DAB-A5D3-3F30BC5683B5}" type="pres">
      <dgm:prSet presAssocID="{E5F79510-8BF1-4852-86BE-D1FE3F1ABCFA}" presName="hierChild5" presStyleCnt="0"/>
      <dgm:spPr/>
    </dgm:pt>
    <dgm:pt modelId="{4D783E0A-E1AA-4016-90C1-F5CBF18996F7}" type="pres">
      <dgm:prSet presAssocID="{495962ED-C416-44A5-A9FE-325DDE994EB8}" presName="hierChild5" presStyleCnt="0"/>
      <dgm:spPr/>
    </dgm:pt>
    <dgm:pt modelId="{88771DC9-53EF-4F7C-A708-AB3296A9D175}" type="pres">
      <dgm:prSet presAssocID="{99216162-3F80-4188-AADA-E9FD7739E5B0}" presName="Name37" presStyleLbl="parChTrans1D2" presStyleIdx="5" presStyleCnt="6"/>
      <dgm:spPr/>
    </dgm:pt>
    <dgm:pt modelId="{49AD13C2-8CA0-4395-A73F-73CBEFD1E58A}" type="pres">
      <dgm:prSet presAssocID="{C1E0FF86-FF80-4929-8BB3-139F3D7DA8A6}" presName="hierRoot2" presStyleCnt="0">
        <dgm:presLayoutVars>
          <dgm:hierBranch val="init"/>
        </dgm:presLayoutVars>
      </dgm:prSet>
      <dgm:spPr/>
    </dgm:pt>
    <dgm:pt modelId="{4BC7E7A8-1311-4DE5-B019-CB4037B63B1E}" type="pres">
      <dgm:prSet presAssocID="{C1E0FF86-FF80-4929-8BB3-139F3D7DA8A6}" presName="rootComposite" presStyleCnt="0"/>
      <dgm:spPr/>
    </dgm:pt>
    <dgm:pt modelId="{6F334646-AAB0-4E11-B50E-E9A44871DAE3}" type="pres">
      <dgm:prSet presAssocID="{C1E0FF86-FF80-4929-8BB3-139F3D7DA8A6}" presName="rootText" presStyleLbl="node2" presStyleIdx="5" presStyleCnt="6">
        <dgm:presLayoutVars>
          <dgm:chPref val="3"/>
        </dgm:presLayoutVars>
      </dgm:prSet>
      <dgm:spPr/>
    </dgm:pt>
    <dgm:pt modelId="{70748022-EBF6-460D-830A-1F3F4AE59D70}" type="pres">
      <dgm:prSet presAssocID="{C1E0FF86-FF80-4929-8BB3-139F3D7DA8A6}" presName="rootConnector" presStyleLbl="node2" presStyleIdx="5" presStyleCnt="6"/>
      <dgm:spPr/>
    </dgm:pt>
    <dgm:pt modelId="{BF89E455-83EE-4907-85E5-198F6D1A6B7F}" type="pres">
      <dgm:prSet presAssocID="{C1E0FF86-FF80-4929-8BB3-139F3D7DA8A6}" presName="hierChild4" presStyleCnt="0"/>
      <dgm:spPr/>
    </dgm:pt>
    <dgm:pt modelId="{95F622E0-6AB8-4184-8C9A-C108ABF54E0B}" type="pres">
      <dgm:prSet presAssocID="{4EF7A905-20D4-4B2A-ABF0-C0ECC9BD9549}" presName="Name37" presStyleLbl="parChTrans1D3" presStyleIdx="20" presStyleCnt="25"/>
      <dgm:spPr/>
    </dgm:pt>
    <dgm:pt modelId="{0F04969E-7106-46D9-AA85-7A03A1219516}" type="pres">
      <dgm:prSet presAssocID="{E3036123-5982-4E1C-95F0-C130EBDE42E8}" presName="hierRoot2" presStyleCnt="0">
        <dgm:presLayoutVars>
          <dgm:hierBranch val="init"/>
        </dgm:presLayoutVars>
      </dgm:prSet>
      <dgm:spPr/>
    </dgm:pt>
    <dgm:pt modelId="{C0ECC899-3921-409E-9A34-C964F8F0A590}" type="pres">
      <dgm:prSet presAssocID="{E3036123-5982-4E1C-95F0-C130EBDE42E8}" presName="rootComposite" presStyleCnt="0"/>
      <dgm:spPr/>
    </dgm:pt>
    <dgm:pt modelId="{BC64F0C3-6E37-483B-AC65-5FF4955B0A46}" type="pres">
      <dgm:prSet presAssocID="{E3036123-5982-4E1C-95F0-C130EBDE42E8}" presName="rootText" presStyleLbl="node3" presStyleIdx="20" presStyleCnt="25">
        <dgm:presLayoutVars>
          <dgm:chPref val="3"/>
        </dgm:presLayoutVars>
      </dgm:prSet>
      <dgm:spPr/>
    </dgm:pt>
    <dgm:pt modelId="{8B400352-10E6-4D23-9836-8FBD069B8A01}" type="pres">
      <dgm:prSet presAssocID="{E3036123-5982-4E1C-95F0-C130EBDE42E8}" presName="rootConnector" presStyleLbl="node3" presStyleIdx="20" presStyleCnt="25"/>
      <dgm:spPr/>
    </dgm:pt>
    <dgm:pt modelId="{9F152628-D7CA-4F4B-AD9F-D03D544959A8}" type="pres">
      <dgm:prSet presAssocID="{E3036123-5982-4E1C-95F0-C130EBDE42E8}" presName="hierChild4" presStyleCnt="0"/>
      <dgm:spPr/>
    </dgm:pt>
    <dgm:pt modelId="{751F75CE-0438-4E03-94B5-CEA4E15EB403}" type="pres">
      <dgm:prSet presAssocID="{E3036123-5982-4E1C-95F0-C130EBDE42E8}" presName="hierChild5" presStyleCnt="0"/>
      <dgm:spPr/>
    </dgm:pt>
    <dgm:pt modelId="{EFEFDC74-05D0-40E9-83AF-69522D6C35D8}" type="pres">
      <dgm:prSet presAssocID="{14C3C244-CDBD-407E-9856-29496BC1E309}" presName="Name37" presStyleLbl="parChTrans1D3" presStyleIdx="21" presStyleCnt="25"/>
      <dgm:spPr/>
    </dgm:pt>
    <dgm:pt modelId="{727F770F-5DB5-419A-BB04-4106596A3A41}" type="pres">
      <dgm:prSet presAssocID="{E1FA47B9-5A37-4D37-9111-C064AA765636}" presName="hierRoot2" presStyleCnt="0">
        <dgm:presLayoutVars>
          <dgm:hierBranch val="init"/>
        </dgm:presLayoutVars>
      </dgm:prSet>
      <dgm:spPr/>
    </dgm:pt>
    <dgm:pt modelId="{4DC67111-17F0-46EA-9179-F0E360FAA46F}" type="pres">
      <dgm:prSet presAssocID="{E1FA47B9-5A37-4D37-9111-C064AA765636}" presName="rootComposite" presStyleCnt="0"/>
      <dgm:spPr/>
    </dgm:pt>
    <dgm:pt modelId="{0334A96E-110D-4E2C-BF62-E0D445C164BB}" type="pres">
      <dgm:prSet presAssocID="{E1FA47B9-5A37-4D37-9111-C064AA765636}" presName="rootText" presStyleLbl="node3" presStyleIdx="21" presStyleCnt="25">
        <dgm:presLayoutVars>
          <dgm:chPref val="3"/>
        </dgm:presLayoutVars>
      </dgm:prSet>
      <dgm:spPr/>
    </dgm:pt>
    <dgm:pt modelId="{4D246819-065D-44F3-A5E2-08EA1F0C3FE7}" type="pres">
      <dgm:prSet presAssocID="{E1FA47B9-5A37-4D37-9111-C064AA765636}" presName="rootConnector" presStyleLbl="node3" presStyleIdx="21" presStyleCnt="25"/>
      <dgm:spPr/>
    </dgm:pt>
    <dgm:pt modelId="{035A65B1-E063-42A1-94BF-3AB683A85457}" type="pres">
      <dgm:prSet presAssocID="{E1FA47B9-5A37-4D37-9111-C064AA765636}" presName="hierChild4" presStyleCnt="0"/>
      <dgm:spPr/>
    </dgm:pt>
    <dgm:pt modelId="{5628BF9E-910A-41BD-9C76-0D7529F6AC4B}" type="pres">
      <dgm:prSet presAssocID="{E1FA47B9-5A37-4D37-9111-C064AA765636}" presName="hierChild5" presStyleCnt="0"/>
      <dgm:spPr/>
    </dgm:pt>
    <dgm:pt modelId="{4F68B0C8-AFBC-441B-8537-48B23703310A}" type="pres">
      <dgm:prSet presAssocID="{CFB14106-52A7-490E-B7B0-3FA3BB4BB7F3}" presName="Name37" presStyleLbl="parChTrans1D3" presStyleIdx="22" presStyleCnt="25"/>
      <dgm:spPr/>
    </dgm:pt>
    <dgm:pt modelId="{F825E775-8F35-4350-9C50-B36E3C864CDA}" type="pres">
      <dgm:prSet presAssocID="{AC03A557-FFC4-4EB6-B3E1-68A4970B3439}" presName="hierRoot2" presStyleCnt="0">
        <dgm:presLayoutVars>
          <dgm:hierBranch val="init"/>
        </dgm:presLayoutVars>
      </dgm:prSet>
      <dgm:spPr/>
    </dgm:pt>
    <dgm:pt modelId="{970A6989-63F0-4A4C-98BF-853E79F3A304}" type="pres">
      <dgm:prSet presAssocID="{AC03A557-FFC4-4EB6-B3E1-68A4970B3439}" presName="rootComposite" presStyleCnt="0"/>
      <dgm:spPr/>
    </dgm:pt>
    <dgm:pt modelId="{13CBC2F6-1100-4CCE-B61B-C4597161F83D}" type="pres">
      <dgm:prSet presAssocID="{AC03A557-FFC4-4EB6-B3E1-68A4970B3439}" presName="rootText" presStyleLbl="node3" presStyleIdx="22" presStyleCnt="25">
        <dgm:presLayoutVars>
          <dgm:chPref val="3"/>
        </dgm:presLayoutVars>
      </dgm:prSet>
      <dgm:spPr/>
    </dgm:pt>
    <dgm:pt modelId="{850B340C-5B31-4F00-99F1-F1A3554F6850}" type="pres">
      <dgm:prSet presAssocID="{AC03A557-FFC4-4EB6-B3E1-68A4970B3439}" presName="rootConnector" presStyleLbl="node3" presStyleIdx="22" presStyleCnt="25"/>
      <dgm:spPr/>
    </dgm:pt>
    <dgm:pt modelId="{DB4F22A0-D50A-4B29-A640-8F925EF56383}" type="pres">
      <dgm:prSet presAssocID="{AC03A557-FFC4-4EB6-B3E1-68A4970B3439}" presName="hierChild4" presStyleCnt="0"/>
      <dgm:spPr/>
    </dgm:pt>
    <dgm:pt modelId="{1E1B2870-B71A-4F9D-B71F-5F9D507474FA}" type="pres">
      <dgm:prSet presAssocID="{AC03A557-FFC4-4EB6-B3E1-68A4970B3439}" presName="hierChild5" presStyleCnt="0"/>
      <dgm:spPr/>
    </dgm:pt>
    <dgm:pt modelId="{465E2B19-A30F-447B-B413-C752DB7BFC81}" type="pres">
      <dgm:prSet presAssocID="{6FCE8290-6A12-4337-B83D-CCA2B3A42DF4}" presName="Name37" presStyleLbl="parChTrans1D3" presStyleIdx="23" presStyleCnt="25"/>
      <dgm:spPr/>
    </dgm:pt>
    <dgm:pt modelId="{4A06D43B-FC3D-4DDF-8617-661F59A95C17}" type="pres">
      <dgm:prSet presAssocID="{71BAA375-A834-4464-A4EF-3E31761BAD9C}" presName="hierRoot2" presStyleCnt="0">
        <dgm:presLayoutVars>
          <dgm:hierBranch val="init"/>
        </dgm:presLayoutVars>
      </dgm:prSet>
      <dgm:spPr/>
    </dgm:pt>
    <dgm:pt modelId="{17E43BFD-1699-4E73-9DE9-4A4CAF531CD1}" type="pres">
      <dgm:prSet presAssocID="{71BAA375-A834-4464-A4EF-3E31761BAD9C}" presName="rootComposite" presStyleCnt="0"/>
      <dgm:spPr/>
    </dgm:pt>
    <dgm:pt modelId="{968EB1C6-A8EC-4E3A-BE52-4C8EBE71E168}" type="pres">
      <dgm:prSet presAssocID="{71BAA375-A834-4464-A4EF-3E31761BAD9C}" presName="rootText" presStyleLbl="node3" presStyleIdx="23" presStyleCnt="25">
        <dgm:presLayoutVars>
          <dgm:chPref val="3"/>
        </dgm:presLayoutVars>
      </dgm:prSet>
      <dgm:spPr/>
    </dgm:pt>
    <dgm:pt modelId="{FB96827B-BADE-48EA-84DF-44BC8677C729}" type="pres">
      <dgm:prSet presAssocID="{71BAA375-A834-4464-A4EF-3E31761BAD9C}" presName="rootConnector" presStyleLbl="node3" presStyleIdx="23" presStyleCnt="25"/>
      <dgm:spPr/>
    </dgm:pt>
    <dgm:pt modelId="{2C67C7DD-82AF-43CB-B2F5-32C3B63C992E}" type="pres">
      <dgm:prSet presAssocID="{71BAA375-A834-4464-A4EF-3E31761BAD9C}" presName="hierChild4" presStyleCnt="0"/>
      <dgm:spPr/>
    </dgm:pt>
    <dgm:pt modelId="{9A452665-B0D6-400F-A47A-A83BB0AA73E6}" type="pres">
      <dgm:prSet presAssocID="{71BAA375-A834-4464-A4EF-3E31761BAD9C}" presName="hierChild5" presStyleCnt="0"/>
      <dgm:spPr/>
    </dgm:pt>
    <dgm:pt modelId="{80678624-4D37-4AEA-A741-E37C170C2333}" type="pres">
      <dgm:prSet presAssocID="{53ADCAAA-7840-48C0-A82B-A4FC3BA7C063}" presName="Name37" presStyleLbl="parChTrans1D3" presStyleIdx="24" presStyleCnt="25"/>
      <dgm:spPr/>
    </dgm:pt>
    <dgm:pt modelId="{ABCAB7C5-AD73-48D3-8EA6-72BE931FE895}" type="pres">
      <dgm:prSet presAssocID="{263FB257-170F-4811-AE57-EBD0D3CD09FE}" presName="hierRoot2" presStyleCnt="0">
        <dgm:presLayoutVars>
          <dgm:hierBranch val="init"/>
        </dgm:presLayoutVars>
      </dgm:prSet>
      <dgm:spPr/>
    </dgm:pt>
    <dgm:pt modelId="{566B093E-CB34-41DB-8082-70D8B809FDEE}" type="pres">
      <dgm:prSet presAssocID="{263FB257-170F-4811-AE57-EBD0D3CD09FE}" presName="rootComposite" presStyleCnt="0"/>
      <dgm:spPr/>
    </dgm:pt>
    <dgm:pt modelId="{6C47F8EB-96BE-4A0C-A4EE-8A3A9A70975B}" type="pres">
      <dgm:prSet presAssocID="{263FB257-170F-4811-AE57-EBD0D3CD09FE}" presName="rootText" presStyleLbl="node3" presStyleIdx="24" presStyleCnt="25">
        <dgm:presLayoutVars>
          <dgm:chPref val="3"/>
        </dgm:presLayoutVars>
      </dgm:prSet>
      <dgm:spPr/>
    </dgm:pt>
    <dgm:pt modelId="{01CC1355-2723-456F-B613-13BC726A1DCF}" type="pres">
      <dgm:prSet presAssocID="{263FB257-170F-4811-AE57-EBD0D3CD09FE}" presName="rootConnector" presStyleLbl="node3" presStyleIdx="24" presStyleCnt="25"/>
      <dgm:spPr/>
    </dgm:pt>
    <dgm:pt modelId="{75EB95EB-776F-49E3-940C-74C2FBE37ADC}" type="pres">
      <dgm:prSet presAssocID="{263FB257-170F-4811-AE57-EBD0D3CD09FE}" presName="hierChild4" presStyleCnt="0"/>
      <dgm:spPr/>
    </dgm:pt>
    <dgm:pt modelId="{3BB1CB7E-4AF1-47F9-8B7B-B4679AA9C0DA}" type="pres">
      <dgm:prSet presAssocID="{263FB257-170F-4811-AE57-EBD0D3CD09FE}" presName="hierChild5" presStyleCnt="0"/>
      <dgm:spPr/>
    </dgm:pt>
    <dgm:pt modelId="{01734D5D-085D-4BD4-87B6-0D579FD7EBD6}" type="pres">
      <dgm:prSet presAssocID="{C1E0FF86-FF80-4929-8BB3-139F3D7DA8A6}" presName="hierChild5" presStyleCnt="0"/>
      <dgm:spPr/>
    </dgm:pt>
    <dgm:pt modelId="{6C4F83F8-2E4C-4AC0-8F40-97A0362C90BD}" type="pres">
      <dgm:prSet presAssocID="{7A82E86B-5AC5-4180-8844-80E7B1C8BA9A}" presName="hierChild3" presStyleCnt="0"/>
      <dgm:spPr/>
    </dgm:pt>
  </dgm:ptLst>
  <dgm:cxnLst>
    <dgm:cxn modelId="{F22F6F00-A0FD-47B7-917E-1A71F67D7B66}" type="presOf" srcId="{9838C4A8-B101-429E-A53A-39D0D74A08B3}" destId="{EB5E1CAA-A399-438F-98D5-1AE8D848F0CA}" srcOrd="0" destOrd="0" presId="urn:microsoft.com/office/officeart/2005/8/layout/orgChart1"/>
    <dgm:cxn modelId="{4FCCD100-1C0B-4F9A-808A-F253A94071E3}" type="presOf" srcId="{E3036123-5982-4E1C-95F0-C130EBDE42E8}" destId="{8B400352-10E6-4D23-9836-8FBD069B8A01}" srcOrd="1" destOrd="0" presId="urn:microsoft.com/office/officeart/2005/8/layout/orgChart1"/>
    <dgm:cxn modelId="{C34B1503-AE77-448B-8FCD-19EFCED4FF46}" type="presOf" srcId="{D5D6D577-DA0F-4BBA-BC1A-AEDB3CEEE128}" destId="{FB478D9B-B3F2-4CF7-983D-4F524607BDEB}" srcOrd="0" destOrd="0" presId="urn:microsoft.com/office/officeart/2005/8/layout/orgChart1"/>
    <dgm:cxn modelId="{EC759006-EDC5-4F69-9055-DA89D8CEC93C}" srcId="{9A2F2F49-A19B-485E-896E-246931103707}" destId="{7A82E86B-5AC5-4180-8844-80E7B1C8BA9A}" srcOrd="0" destOrd="0" parTransId="{88775167-2912-4E2C-9D1E-66D608EA22CA}" sibTransId="{F5ED4DAA-D0EE-4EEB-8AF3-B40788F0F3F8}"/>
    <dgm:cxn modelId="{58CD7208-952B-4907-9828-9491544B5C9A}" srcId="{7A82E86B-5AC5-4180-8844-80E7B1C8BA9A}" destId="{C1E0FF86-FF80-4929-8BB3-139F3D7DA8A6}" srcOrd="5" destOrd="0" parTransId="{99216162-3F80-4188-AADA-E9FD7739E5B0}" sibTransId="{B11E485E-1BDD-4016-8903-1E09820BAD98}"/>
    <dgm:cxn modelId="{A50C320C-465C-48EA-B042-1DADF8626990}" type="presOf" srcId="{BF9C5880-D4F7-41C5-9222-AB12AED5F044}" destId="{15BFB8D6-AC23-4D7F-9EF5-D676C5FF89AF}" srcOrd="0" destOrd="0" presId="urn:microsoft.com/office/officeart/2005/8/layout/orgChart1"/>
    <dgm:cxn modelId="{B4B7700E-F1B7-4ECB-9EC0-559746482D36}" type="presOf" srcId="{155D905F-80E3-4842-A574-163BA4DAEA82}" destId="{3ED5C4BC-2085-439E-A643-C865B216E920}" srcOrd="0" destOrd="0" presId="urn:microsoft.com/office/officeart/2005/8/layout/orgChart1"/>
    <dgm:cxn modelId="{2FB3D30E-7AEE-4E9D-8148-5EFF4BA90E6A}" srcId="{7A82E86B-5AC5-4180-8844-80E7B1C8BA9A}" destId="{98BB412C-8166-402E-A1AB-7DA537E4625D}" srcOrd="0" destOrd="0" parTransId="{DFF45D79-44B9-4E3F-8633-E31271570D24}" sibTransId="{309C854F-04BF-4463-9B58-00B69F17A2D4}"/>
    <dgm:cxn modelId="{F3F0F811-9FC5-4CA3-9FA3-A7F72EFD20F7}" srcId="{61D07739-104B-43D9-B26A-7195E1B4B97F}" destId="{76FA638B-B586-4FB7-B39D-816D3CFD0106}" srcOrd="0" destOrd="0" parTransId="{7EF1D961-4D1B-4588-B668-E839DEBE7F49}" sibTransId="{906FA68E-2C45-4516-9FAA-393160B268DC}"/>
    <dgm:cxn modelId="{1A5C1113-00F0-4773-AE82-EEC2AAAF563C}" type="presOf" srcId="{54A6F046-0114-438B-9A15-77FEBC4B6C6C}" destId="{0351D02E-75B4-403A-90E5-70C4ADF2421F}" srcOrd="1" destOrd="0" presId="urn:microsoft.com/office/officeart/2005/8/layout/orgChart1"/>
    <dgm:cxn modelId="{66D31414-FC10-4A56-B067-EE3322DD3ADE}" type="presOf" srcId="{7B4C333C-4155-4097-A1AF-C0FFFB13AC33}" destId="{395A5562-49E1-4BD3-BBE3-4D7750360166}" srcOrd="1" destOrd="0" presId="urn:microsoft.com/office/officeart/2005/8/layout/orgChart1"/>
    <dgm:cxn modelId="{453D7217-0B51-4C9A-8BA7-C0F5EB184AE3}" type="presOf" srcId="{5FCD322C-5D3F-4D5C-A7D2-34EF06DF685E}" destId="{D179234F-362A-4735-AB78-C00578B868FB}" srcOrd="0" destOrd="0" presId="urn:microsoft.com/office/officeart/2005/8/layout/orgChart1"/>
    <dgm:cxn modelId="{66B58618-49E4-434B-A162-63CCBC860AA1}" type="presOf" srcId="{E5F79510-8BF1-4852-86BE-D1FE3F1ABCFA}" destId="{3AAB593B-B40D-4348-A58D-6E0DC9875DF9}" srcOrd="0" destOrd="0" presId="urn:microsoft.com/office/officeart/2005/8/layout/orgChart1"/>
    <dgm:cxn modelId="{5206D01B-B80F-4E23-B954-9C5A12C3791A}" srcId="{98BB412C-8166-402E-A1AB-7DA537E4625D}" destId="{7B4C333C-4155-4097-A1AF-C0FFFB13AC33}" srcOrd="3" destOrd="0" parTransId="{098D2ABE-3176-44A9-A826-346E30B1C369}" sibTransId="{5D764F2D-D21D-484D-AAE5-E791C7E57B9C}"/>
    <dgm:cxn modelId="{79EF4C1C-09E6-46B4-A0A4-8AED3DB61C4F}" type="presOf" srcId="{71BAA375-A834-4464-A4EF-3E31761BAD9C}" destId="{968EB1C6-A8EC-4E3A-BE52-4C8EBE71E168}" srcOrd="0" destOrd="0" presId="urn:microsoft.com/office/officeart/2005/8/layout/orgChart1"/>
    <dgm:cxn modelId="{C09EB81C-4206-478E-9B2B-9967057E3814}" type="presOf" srcId="{14C3C244-CDBD-407E-9856-29496BC1E309}" destId="{EFEFDC74-05D0-40E9-83AF-69522D6C35D8}" srcOrd="0" destOrd="0" presId="urn:microsoft.com/office/officeart/2005/8/layout/orgChart1"/>
    <dgm:cxn modelId="{73BD921E-8460-4004-B1B5-590F0E635B82}" type="presOf" srcId="{72BC7BBC-8726-4F2C-9FB6-E8FB5E179C4F}" destId="{0909BA71-4376-44B1-A7A8-3076BE963897}" srcOrd="0" destOrd="0" presId="urn:microsoft.com/office/officeart/2005/8/layout/orgChart1"/>
    <dgm:cxn modelId="{7EC8441F-EB25-44B9-B49C-92D6DB2F8020}" type="presOf" srcId="{C9F7BACE-CF62-4216-8486-994C3363B71A}" destId="{5167C3E7-9AE0-4ED2-8C40-6BCC4F0C7BFE}" srcOrd="1" destOrd="0" presId="urn:microsoft.com/office/officeart/2005/8/layout/orgChart1"/>
    <dgm:cxn modelId="{62A7B621-0865-4207-ADF7-817734BD4EF1}" srcId="{98BB412C-8166-402E-A1AB-7DA537E4625D}" destId="{52D815F6-A2C3-4EB8-A371-4B85CF9A83E9}" srcOrd="2" destOrd="0" parTransId="{F290C86E-AE61-4177-AA1D-5CA7F9B47FC1}" sibTransId="{A4235A19-6A6D-4D87-BC6C-F4472D95D8F4}"/>
    <dgm:cxn modelId="{D713AA22-5D29-4A9E-9932-4FE8CE4EF241}" type="presOf" srcId="{CFB14106-52A7-490E-B7B0-3FA3BB4BB7F3}" destId="{4F68B0C8-AFBC-441B-8537-48B23703310A}" srcOrd="0" destOrd="0" presId="urn:microsoft.com/office/officeart/2005/8/layout/orgChart1"/>
    <dgm:cxn modelId="{AD2AD527-5947-4026-92B6-CA43529436FB}" type="presOf" srcId="{6CC038CA-F9B1-48E0-AD3C-45D9B5908F22}" destId="{5BEFF83A-1193-4E0E-BEBE-2C6E37B7C9BF}" srcOrd="0" destOrd="0" presId="urn:microsoft.com/office/officeart/2005/8/layout/orgChart1"/>
    <dgm:cxn modelId="{A3A20C2A-3103-4B6D-BA7E-D6F000122EDA}" srcId="{C1E0FF86-FF80-4929-8BB3-139F3D7DA8A6}" destId="{AC03A557-FFC4-4EB6-B3E1-68A4970B3439}" srcOrd="2" destOrd="0" parTransId="{CFB14106-52A7-490E-B7B0-3FA3BB4BB7F3}" sibTransId="{66F92903-6E34-4AC3-A2E5-C448855AF3AD}"/>
    <dgm:cxn modelId="{ADAC3B2C-BA74-4138-A360-6DD20CE2F5F3}" type="presOf" srcId="{C9F7BACE-CF62-4216-8486-994C3363B71A}" destId="{EBD05960-D44E-4212-AB08-94015CD57D00}" srcOrd="0" destOrd="0" presId="urn:microsoft.com/office/officeart/2005/8/layout/orgChart1"/>
    <dgm:cxn modelId="{964B7A2D-966F-469B-84A8-3196D107625F}" type="presOf" srcId="{F1F51FE5-5D44-4FF2-B3B3-1EDF3F6A56E0}" destId="{880DDCE7-C0E1-4B55-B684-8AE4F6790951}" srcOrd="0" destOrd="0" presId="urn:microsoft.com/office/officeart/2005/8/layout/orgChart1"/>
    <dgm:cxn modelId="{97E5DD2D-288C-4EAB-8822-0ECFF0D3FB82}" srcId="{C1E0FF86-FF80-4929-8BB3-139F3D7DA8A6}" destId="{E1FA47B9-5A37-4D37-9111-C064AA765636}" srcOrd="1" destOrd="0" parTransId="{14C3C244-CDBD-407E-9856-29496BC1E309}" sibTransId="{79D1F6F1-10F9-4D9C-8CD0-6C70CCCC63AE}"/>
    <dgm:cxn modelId="{C773172E-6BAB-4FCF-AD3A-26B54BC3611A}" type="presOf" srcId="{F290C86E-AE61-4177-AA1D-5CA7F9B47FC1}" destId="{1718C59B-4C46-4177-BB66-8B7BDF6B4689}" srcOrd="0" destOrd="0" presId="urn:microsoft.com/office/officeart/2005/8/layout/orgChart1"/>
    <dgm:cxn modelId="{F35D272F-A451-43E2-8E99-4F6DD3BE897F}" type="presOf" srcId="{17825D23-609D-4E60-B880-8A39789DD14C}" destId="{03523A63-8AE8-4FF3-8F4D-9A2CB75B9BAA}" srcOrd="0" destOrd="0" presId="urn:microsoft.com/office/officeart/2005/8/layout/orgChart1"/>
    <dgm:cxn modelId="{81A45630-FACD-4255-81C9-D213FE4E3B3B}" type="presOf" srcId="{76FA638B-B586-4FB7-B39D-816D3CFD0106}" destId="{F2667B79-CF1F-463E-A131-3CE0A65387A7}" srcOrd="0" destOrd="0" presId="urn:microsoft.com/office/officeart/2005/8/layout/orgChart1"/>
    <dgm:cxn modelId="{D7351831-FDC4-4549-BC03-17949CE18E16}" type="presOf" srcId="{D363B4B3-A518-47DF-A389-8479594EA6E6}" destId="{A0D01B12-6B17-4016-B664-F06476356314}" srcOrd="0" destOrd="0" presId="urn:microsoft.com/office/officeart/2005/8/layout/orgChart1"/>
    <dgm:cxn modelId="{2EBF3F31-C64F-4C8F-9FAE-29451B2E64BA}" type="presOf" srcId="{42BBB783-0FF8-4A2E-B7D6-24BC7FE6709D}" destId="{A16CC26E-DB5C-4F84-8F66-464102DB786C}" srcOrd="0" destOrd="0" presId="urn:microsoft.com/office/officeart/2005/8/layout/orgChart1"/>
    <dgm:cxn modelId="{8F6EEC32-DC9D-4622-A782-7CBD68488EE7}" type="presOf" srcId="{B2C3A02B-D97A-4DA6-AD94-AA9CC274D457}" destId="{19E60112-0FB5-47B1-8139-F93F6FA143CE}" srcOrd="0" destOrd="0" presId="urn:microsoft.com/office/officeart/2005/8/layout/orgChart1"/>
    <dgm:cxn modelId="{34D56B33-B0F4-4615-89D2-69A808774DE8}" srcId="{495962ED-C416-44A5-A9FE-325DDE994EB8}" destId="{6BDD9464-4844-44E8-8604-AAC4FEBAC4F3}" srcOrd="6" destOrd="0" parTransId="{22AE3ECE-C087-4E36-9772-AAD9B6B1D769}" sibTransId="{C8D0A6EA-0C1E-4189-A33B-CE75704B55D4}"/>
    <dgm:cxn modelId="{0F4BBC33-FF8F-4CE0-B75D-DD09F119E8B3}" srcId="{495962ED-C416-44A5-A9FE-325DDE994EB8}" destId="{42BBB783-0FF8-4A2E-B7D6-24BC7FE6709D}" srcOrd="5" destOrd="0" parTransId="{2C9DFCDF-5459-4CE5-B98C-CA31A5EDBB95}" sibTransId="{24BB5BE7-67B4-4635-A097-F4DC98D9E88A}"/>
    <dgm:cxn modelId="{0A451237-428E-40BA-AF1F-2F41F9F7BADE}" type="presOf" srcId="{9845B2B0-BDDE-4F56-BBD8-D7F7D0ED4D2D}" destId="{FD9E9BF4-1946-4182-A7D7-4CEE73261E28}" srcOrd="0" destOrd="0" presId="urn:microsoft.com/office/officeart/2005/8/layout/orgChart1"/>
    <dgm:cxn modelId="{6227833A-D8BD-4C54-9F87-7C762CBC6626}" type="presOf" srcId="{76FA638B-B586-4FB7-B39D-816D3CFD0106}" destId="{40BE2D75-DAAB-4127-B1AE-ECB0898341DC}" srcOrd="1" destOrd="0" presId="urn:microsoft.com/office/officeart/2005/8/layout/orgChart1"/>
    <dgm:cxn modelId="{25F44B3F-4DEB-454A-B3A0-247E3584A8F4}" srcId="{61D07739-104B-43D9-B26A-7195E1B4B97F}" destId="{D363B4B3-A518-47DF-A389-8479594EA6E6}" srcOrd="1" destOrd="0" parTransId="{E7D7963A-6380-4535-B117-AB0D07664A86}" sibTransId="{90AE7D42-945A-414B-B12E-B6678F1C0C46}"/>
    <dgm:cxn modelId="{0906EB40-44ED-43E0-85F0-AF776398B39D}" type="presOf" srcId="{7A82E86B-5AC5-4180-8844-80E7B1C8BA9A}" destId="{E3309758-2A59-4045-BE26-7DAB10D26F2E}" srcOrd="0" destOrd="0" presId="urn:microsoft.com/office/officeart/2005/8/layout/orgChart1"/>
    <dgm:cxn modelId="{A07A495B-A3D2-472F-A338-BE6F25AD3609}" type="presOf" srcId="{6FF68B90-BC2D-45CF-B6A8-DDE505664A74}" destId="{496559C2-99EF-4596-A990-1CBA4733DF1C}" srcOrd="0" destOrd="0" presId="urn:microsoft.com/office/officeart/2005/8/layout/orgChart1"/>
    <dgm:cxn modelId="{139FB35F-32CE-4B6B-B753-29E94E9CD07E}" type="presOf" srcId="{874701C3-54F7-4F1B-BC9E-03BEB0BF15B8}" destId="{42413619-7261-470B-9E84-A47628308C16}" srcOrd="0" destOrd="0" presId="urn:microsoft.com/office/officeart/2005/8/layout/orgChart1"/>
    <dgm:cxn modelId="{0191CE5F-9279-4018-9682-769EB49EAC2C}" type="presOf" srcId="{B2C3A02B-D97A-4DA6-AD94-AA9CC274D457}" destId="{755037A1-503E-40CD-B1EF-4C8C5B859B81}" srcOrd="1" destOrd="0" presId="urn:microsoft.com/office/officeart/2005/8/layout/orgChart1"/>
    <dgm:cxn modelId="{F2021543-1004-4F8F-9A70-26ECBB2B2B0F}" type="presOf" srcId="{24F04B7E-DBCB-4D1E-9604-6F18E002899D}" destId="{BCC7F215-CBCF-4DA5-9647-6DCD6D2A6D13}" srcOrd="0" destOrd="0" presId="urn:microsoft.com/office/officeart/2005/8/layout/orgChart1"/>
    <dgm:cxn modelId="{7B04AC64-676F-4A3A-830D-ECA8F6DCDA81}" srcId="{495962ED-C416-44A5-A9FE-325DDE994EB8}" destId="{E5F79510-8BF1-4852-86BE-D1FE3F1ABCFA}" srcOrd="7" destOrd="0" parTransId="{92AA0646-71A7-43C3-A202-CD60E25EF6DF}" sibTransId="{740ADCC9-A41D-431D-931C-AB8E684C5F90}"/>
    <dgm:cxn modelId="{D4A11665-DD5C-44E5-9F9C-A31512433325}" srcId="{C1E0FF86-FF80-4929-8BB3-139F3D7DA8A6}" destId="{263FB257-170F-4811-AE57-EBD0D3CD09FE}" srcOrd="4" destOrd="0" parTransId="{53ADCAAA-7840-48C0-A82B-A4FC3BA7C063}" sibTransId="{51C5F6DC-231C-409B-8B64-1306E0520458}"/>
    <dgm:cxn modelId="{F7AD2645-1A01-4867-8EE1-4E02E4EBC842}" type="presOf" srcId="{E8426450-F345-4173-A386-BFF4D7397F5D}" destId="{154CDB08-B455-4D4A-A6BE-96371C07B40D}" srcOrd="1" destOrd="0" presId="urn:microsoft.com/office/officeart/2005/8/layout/orgChart1"/>
    <dgm:cxn modelId="{FA3A0B47-B843-4165-9719-3CB1D18D6AEE}" type="presOf" srcId="{AC03A557-FFC4-4EB6-B3E1-68A4970B3439}" destId="{13CBC2F6-1100-4CCE-B61B-C4597161F83D}" srcOrd="0" destOrd="0" presId="urn:microsoft.com/office/officeart/2005/8/layout/orgChart1"/>
    <dgm:cxn modelId="{687BB948-4125-460F-A527-88629BCD9780}" type="presOf" srcId="{651FE1AB-BD9A-4397-9207-7CA0949A5B48}" destId="{69BEEAAA-BB7D-449D-923F-3AEECAAC77FD}" srcOrd="0" destOrd="0" presId="urn:microsoft.com/office/officeart/2005/8/layout/orgChart1"/>
    <dgm:cxn modelId="{D6D2BC68-F919-4F98-8D3B-ADBD845DCE0C}" type="presOf" srcId="{0B8FEC00-2B33-4D80-9AE6-708F9D265C03}" destId="{71CA5A9A-4DD5-47B8-8C4A-5399BE347D6F}" srcOrd="0" destOrd="0" presId="urn:microsoft.com/office/officeart/2005/8/layout/orgChart1"/>
    <dgm:cxn modelId="{0C0D1D49-07AA-426A-AC2D-F636CBC4CBD6}" type="presOf" srcId="{61D07739-104B-43D9-B26A-7195E1B4B97F}" destId="{5A075C05-7F9A-4877-B50A-BBB4FFD77C37}" srcOrd="0" destOrd="0" presId="urn:microsoft.com/office/officeart/2005/8/layout/orgChart1"/>
    <dgm:cxn modelId="{AEE4D269-6FA2-465C-9BA2-CDB8CEB5FA53}" type="presOf" srcId="{35C724B6-7E6D-4B46-A070-FD8579BE3C97}" destId="{ACFBF52D-B114-44DB-BB8A-3BE645D85838}" srcOrd="1" destOrd="0" presId="urn:microsoft.com/office/officeart/2005/8/layout/orgChart1"/>
    <dgm:cxn modelId="{F379D86A-2EC6-49D6-BFFE-EB481AD26ED1}" srcId="{5FCD322C-5D3F-4D5C-A7D2-34EF06DF685E}" destId="{C9F7BACE-CF62-4216-8486-994C3363B71A}" srcOrd="1" destOrd="0" parTransId="{080AB240-B708-4257-89AA-0791985F48DD}" sibTransId="{A3D9DA40-DFB7-486C-AF31-EE878F7BB798}"/>
    <dgm:cxn modelId="{4A5EC34C-168D-4236-AA73-FD0880C0C7AE}" type="presOf" srcId="{A98AD967-AB73-4B0A-A071-DFB3D94B0110}" destId="{ED92629C-4E07-4664-8ABE-D8C851430C19}" srcOrd="0" destOrd="0" presId="urn:microsoft.com/office/officeart/2005/8/layout/orgChart1"/>
    <dgm:cxn modelId="{41A8F86C-C110-4204-8244-C0D04FEEF7AD}" type="presOf" srcId="{61D07739-104B-43D9-B26A-7195E1B4B97F}" destId="{6880BC30-578D-4912-BB62-1A72B022D9DD}" srcOrd="1" destOrd="0" presId="urn:microsoft.com/office/officeart/2005/8/layout/orgChart1"/>
    <dgm:cxn modelId="{0F754E6D-A162-4904-8FE6-276D66CE6559}" type="presOf" srcId="{C1E0FF86-FF80-4929-8BB3-139F3D7DA8A6}" destId="{6F334646-AAB0-4E11-B50E-E9A44871DAE3}" srcOrd="0" destOrd="0" presId="urn:microsoft.com/office/officeart/2005/8/layout/orgChart1"/>
    <dgm:cxn modelId="{259E504D-2CE1-4550-BB47-61F23A9154A6}" srcId="{5FCD322C-5D3F-4D5C-A7D2-34EF06DF685E}" destId="{35C724B6-7E6D-4B46-A070-FD8579BE3C97}" srcOrd="4" destOrd="0" parTransId="{F1F51FE5-5D44-4FF2-B3B3-1EDF3F6A56E0}" sibTransId="{C12340C7-61B9-4676-A30C-76A82DD43D98}"/>
    <dgm:cxn modelId="{150ED84D-F326-42F8-8A0A-2C668813F601}" type="presOf" srcId="{A98AD967-AB73-4B0A-A071-DFB3D94B0110}" destId="{4518308B-E5B9-4B8C-8637-DC4427332EB4}" srcOrd="1" destOrd="0" presId="urn:microsoft.com/office/officeart/2005/8/layout/orgChart1"/>
    <dgm:cxn modelId="{3346E36D-1A33-43DE-96F6-77EE5EC36FA2}" type="presOf" srcId="{263FB257-170F-4811-AE57-EBD0D3CD09FE}" destId="{6C47F8EB-96BE-4A0C-A4EE-8A3A9A70975B}" srcOrd="0" destOrd="0" presId="urn:microsoft.com/office/officeart/2005/8/layout/orgChart1"/>
    <dgm:cxn modelId="{4F462D6E-0E13-4785-AF49-15C165886D05}" type="presOf" srcId="{DE4D442F-0FAD-4DB3-93B3-A551C0DDB84A}" destId="{476B2BD4-CF8A-432E-BEB1-CA03BEFCEA29}" srcOrd="0" destOrd="0" presId="urn:microsoft.com/office/officeart/2005/8/layout/orgChart1"/>
    <dgm:cxn modelId="{020EF46F-EA16-4E3B-8C5B-D97525426F4D}" type="presOf" srcId="{93C1BAA0-39AC-4D7D-9BF2-C7041D9B28F1}" destId="{71724F2F-8A0F-4C7E-98C3-9232167C780E}" srcOrd="1" destOrd="0" presId="urn:microsoft.com/office/officeart/2005/8/layout/orgChart1"/>
    <dgm:cxn modelId="{7DCE5651-6BBE-4089-A640-7BDB34F1519E}" srcId="{7A82E86B-5AC5-4180-8844-80E7B1C8BA9A}" destId="{61D07739-104B-43D9-B26A-7195E1B4B97F}" srcOrd="3" destOrd="0" parTransId="{FA59E4B1-F05E-465A-895E-BADC25316D33}" sibTransId="{82248188-4351-42AC-931D-C50A4CEB48FD}"/>
    <dgm:cxn modelId="{E6D2EE51-5900-421F-88F5-D00EBEC20B15}" type="presOf" srcId="{9A2F2F49-A19B-485E-896E-246931103707}" destId="{0799C95E-3708-42A5-A707-9E62495E322F}" srcOrd="0" destOrd="0" presId="urn:microsoft.com/office/officeart/2005/8/layout/orgChart1"/>
    <dgm:cxn modelId="{43776353-9CB6-49E7-A1ED-8146DEF53BDB}" srcId="{C1E0FF86-FF80-4929-8BB3-139F3D7DA8A6}" destId="{E3036123-5982-4E1C-95F0-C130EBDE42E8}" srcOrd="0" destOrd="0" parTransId="{4EF7A905-20D4-4B2A-ABF0-C0ECC9BD9549}" sibTransId="{7FCC37BB-ECC5-488E-B555-6789823BB95E}"/>
    <dgm:cxn modelId="{F8918153-B5F9-4C24-ABB1-AC1BE0EEA2CC}" type="presOf" srcId="{52D815F6-A2C3-4EB8-A371-4B85CF9A83E9}" destId="{065828B5-BFE1-45BA-BFA8-B6FD89A287B6}" srcOrd="0" destOrd="0" presId="urn:microsoft.com/office/officeart/2005/8/layout/orgChart1"/>
    <dgm:cxn modelId="{4050A254-87A5-4F6E-B559-D018CDF01045}" type="presOf" srcId="{5FCD322C-5D3F-4D5C-A7D2-34EF06DF685E}" destId="{3DDBA842-0670-452A-B38A-A0E25883C2A5}" srcOrd="1" destOrd="0" presId="urn:microsoft.com/office/officeart/2005/8/layout/orgChart1"/>
    <dgm:cxn modelId="{A3B3C555-5E76-4C57-9C2E-0DC28AC2B301}" type="presOf" srcId="{080AB240-B708-4257-89AA-0791985F48DD}" destId="{6708CC28-72C8-418D-B309-375E8C5978EA}" srcOrd="0" destOrd="0" presId="urn:microsoft.com/office/officeart/2005/8/layout/orgChart1"/>
    <dgm:cxn modelId="{8D93DB56-9973-4423-AFF7-E2F7DE77AD05}" type="presOf" srcId="{98BB412C-8166-402E-A1AB-7DA537E4625D}" destId="{0BBE755E-4FD8-44C4-AE54-B5C6EE162BA4}" srcOrd="0" destOrd="0" presId="urn:microsoft.com/office/officeart/2005/8/layout/orgChart1"/>
    <dgm:cxn modelId="{3EFADE77-5F25-4C9D-95EA-C5DDC90FD0FE}" type="presOf" srcId="{E1FA47B9-5A37-4D37-9111-C064AA765636}" destId="{0334A96E-110D-4E2C-BF62-E0D445C164BB}" srcOrd="0" destOrd="0" presId="urn:microsoft.com/office/officeart/2005/8/layout/orgChart1"/>
    <dgm:cxn modelId="{8E951C78-759A-4876-876B-C6F714D23717}" type="presOf" srcId="{E3036123-5982-4E1C-95F0-C130EBDE42E8}" destId="{BC64F0C3-6E37-483B-AC65-5FF4955B0A46}" srcOrd="0" destOrd="0" presId="urn:microsoft.com/office/officeart/2005/8/layout/orgChart1"/>
    <dgm:cxn modelId="{28633A58-11E3-4B77-B441-8F8BD589C7E3}" srcId="{98BB412C-8166-402E-A1AB-7DA537E4625D}" destId="{651FE1AB-BD9A-4397-9207-7CA0949A5B48}" srcOrd="1" destOrd="0" parTransId="{A04E3F5B-DD22-418A-8BCB-9DBBD2554723}" sibTransId="{C27EB5B5-1DBD-4E9F-A6A4-BF15BA42CC7C}"/>
    <dgm:cxn modelId="{07F2497B-6DA7-4B30-B388-EBEF1CF02A0F}" srcId="{5FCD322C-5D3F-4D5C-A7D2-34EF06DF685E}" destId="{54A6F046-0114-438B-9A15-77FEBC4B6C6C}" srcOrd="0" destOrd="0" parTransId="{72BC7BBC-8726-4F2C-9FB6-E8FB5E179C4F}" sibTransId="{862667EE-6468-4564-B313-ED4A2AA89F9E}"/>
    <dgm:cxn modelId="{80E7FA7B-7577-4A83-A90B-AD5864447B99}" srcId="{495962ED-C416-44A5-A9FE-325DDE994EB8}" destId="{B2C3A02B-D97A-4DA6-AD94-AA9CC274D457}" srcOrd="0" destOrd="0" parTransId="{9838C4A8-B101-429E-A53A-39D0D74A08B3}" sibTransId="{E9BF14A8-5660-4963-A6D0-26CF4B330FDF}"/>
    <dgm:cxn modelId="{19E95E7C-BB05-4165-8704-E60409A81EB1}" srcId="{7A82E86B-5AC5-4180-8844-80E7B1C8BA9A}" destId="{495962ED-C416-44A5-A9FE-325DDE994EB8}" srcOrd="4" destOrd="0" parTransId="{D5D6D577-DA0F-4BBA-BC1A-AEDB3CEEE128}" sibTransId="{CD8065AC-FE42-445D-BA02-ECB68DEB3939}"/>
    <dgm:cxn modelId="{095F2380-D162-4A75-BE30-59D7A988D0D8}" srcId="{5FCD322C-5D3F-4D5C-A7D2-34EF06DF685E}" destId="{BF9C5880-D4F7-41C5-9222-AB12AED5F044}" srcOrd="2" destOrd="0" parTransId="{0B8FEC00-2B33-4D80-9AE6-708F9D265C03}" sibTransId="{8C72403C-9124-4DBE-A7C4-D531C5EA132D}"/>
    <dgm:cxn modelId="{CA623083-2A2E-4060-A442-E2432E68C0CC}" type="presOf" srcId="{22AE3ECE-C087-4E36-9772-AAD9B6B1D769}" destId="{60F401A1-9746-4613-BB38-398548D68A86}" srcOrd="0" destOrd="0" presId="urn:microsoft.com/office/officeart/2005/8/layout/orgChart1"/>
    <dgm:cxn modelId="{B1FFD985-F98E-488E-8E2D-56302DF4474C}" type="presOf" srcId="{7EF1D961-4D1B-4588-B668-E839DEBE7F49}" destId="{B1FE998C-FCBA-4346-9804-31DA7517A7CE}" srcOrd="0" destOrd="0" presId="urn:microsoft.com/office/officeart/2005/8/layout/orgChart1"/>
    <dgm:cxn modelId="{39504287-C542-4BA3-A488-FDFBE50EB806}" type="presOf" srcId="{92AA0646-71A7-43C3-A202-CD60E25EF6DF}" destId="{BA06261F-BE95-4392-817E-F9853961B7E7}" srcOrd="0" destOrd="0" presId="urn:microsoft.com/office/officeart/2005/8/layout/orgChart1"/>
    <dgm:cxn modelId="{A4888F8A-DFCC-423F-8380-56C7B62650D0}" srcId="{495962ED-C416-44A5-A9FE-325DDE994EB8}" destId="{A98AD967-AB73-4B0A-A071-DFB3D94B0110}" srcOrd="4" destOrd="0" parTransId="{17825D23-609D-4E60-B880-8A39789DD14C}" sibTransId="{679F31F8-8710-458B-8EFD-F0F684B04D0F}"/>
    <dgm:cxn modelId="{67911F8D-4BA0-4D32-A547-02A22327CA6B}" srcId="{495962ED-C416-44A5-A9FE-325DDE994EB8}" destId="{E8426450-F345-4173-A386-BFF4D7397F5D}" srcOrd="3" destOrd="0" parTransId="{642F45EF-F35A-4849-BDCA-2A0C99E8F199}" sibTransId="{8A0250DC-EF4C-4549-A7AA-870CDD67A7EC}"/>
    <dgm:cxn modelId="{45B7CF8F-166A-487D-8A55-0E6F7147CFDD}" type="presOf" srcId="{99216162-3F80-4188-AADA-E9FD7739E5B0}" destId="{88771DC9-53EF-4F7C-A708-AB3296A9D175}" srcOrd="0" destOrd="0" presId="urn:microsoft.com/office/officeart/2005/8/layout/orgChart1"/>
    <dgm:cxn modelId="{F1ECAF90-FF0D-47A2-8543-A861F860B5ED}" type="presOf" srcId="{6BDD9464-4844-44E8-8604-AAC4FEBAC4F3}" destId="{58217EA5-D9F0-44D3-82BB-9E9702F328DD}" srcOrd="1" destOrd="0" presId="urn:microsoft.com/office/officeart/2005/8/layout/orgChart1"/>
    <dgm:cxn modelId="{2FE7EA93-BA3F-473E-8A61-642B29FAE7FE}" type="presOf" srcId="{E7D7963A-6380-4535-B117-AB0D07664A86}" destId="{2CE6F7EC-E72A-4055-81BB-465D5F13136C}" srcOrd="0" destOrd="0" presId="urn:microsoft.com/office/officeart/2005/8/layout/orgChart1"/>
    <dgm:cxn modelId="{28C47394-F470-4E24-BBA8-CD0D15A5B0D6}" srcId="{7A82E86B-5AC5-4180-8844-80E7B1C8BA9A}" destId="{5FCD322C-5D3F-4D5C-A7D2-34EF06DF685E}" srcOrd="1" destOrd="0" parTransId="{037D3F56-714B-401D-BA53-40D5CE114109}" sibTransId="{02111A7B-C0ED-4004-9700-44EB5A157B3C}"/>
    <dgm:cxn modelId="{AA111795-BC2B-4604-AEB4-1A540038A001}" type="presOf" srcId="{263FB257-170F-4811-AE57-EBD0D3CD09FE}" destId="{01CC1355-2723-456F-B613-13BC726A1DCF}" srcOrd="1" destOrd="0" presId="urn:microsoft.com/office/officeart/2005/8/layout/orgChart1"/>
    <dgm:cxn modelId="{DC120F99-0C07-457D-94F9-70E95CAE76C5}" srcId="{495962ED-C416-44A5-A9FE-325DDE994EB8}" destId="{9C4B9D37-D3D5-4017-9017-04F55A8FD395}" srcOrd="2" destOrd="0" parTransId="{62BD194E-3FA5-41A1-9187-5915910A34E8}" sibTransId="{85D3AA54-3EC9-4BA3-A3C4-D45DBF6C949F}"/>
    <dgm:cxn modelId="{D5C2F79A-1077-446F-B264-C9507779338D}" type="presOf" srcId="{AC03A557-FFC4-4EB6-B3E1-68A4970B3439}" destId="{850B340C-5B31-4F00-99F1-F1A3554F6850}" srcOrd="1" destOrd="0" presId="urn:microsoft.com/office/officeart/2005/8/layout/orgChart1"/>
    <dgm:cxn modelId="{DDDA439E-0211-432E-8D5E-177410946636}" type="presOf" srcId="{C1E0FF86-FF80-4929-8BB3-139F3D7DA8A6}" destId="{70748022-EBF6-460D-830A-1F3F4AE59D70}" srcOrd="1" destOrd="0" presId="urn:microsoft.com/office/officeart/2005/8/layout/orgChart1"/>
    <dgm:cxn modelId="{BC4B13A4-83AC-4918-8DD5-F8EEFF56AD54}" srcId="{98BB412C-8166-402E-A1AB-7DA537E4625D}" destId="{6CC038CA-F9B1-48E0-AD3C-45D9B5908F22}" srcOrd="0" destOrd="0" parTransId="{CD751804-E027-44E9-8BAF-248B328ADA56}" sibTransId="{D6B03334-F64E-4223-B28C-9EF454E4000C}"/>
    <dgm:cxn modelId="{A7CCDAA6-3591-4A45-BE0A-DD73B3AA3A3B}" type="presOf" srcId="{495962ED-C416-44A5-A9FE-325DDE994EB8}" destId="{A5097330-5A79-4B9A-858C-88A08BBE257B}" srcOrd="1" destOrd="0" presId="urn:microsoft.com/office/officeart/2005/8/layout/orgChart1"/>
    <dgm:cxn modelId="{4FE0E0A9-58E0-479C-9E28-382F69FCE536}" type="presOf" srcId="{93C1BAA0-39AC-4D7D-9BF2-C7041D9B28F1}" destId="{D928AC06-D3C6-453F-87A2-144E0B0B8347}" srcOrd="0" destOrd="0" presId="urn:microsoft.com/office/officeart/2005/8/layout/orgChart1"/>
    <dgm:cxn modelId="{9994EDAE-DDAC-4EB9-AF57-CA658CA67713}" srcId="{7A82E86B-5AC5-4180-8844-80E7B1C8BA9A}" destId="{E72546ED-BA8C-49D9-971D-861FD1D5B543}" srcOrd="2" destOrd="0" parTransId="{6FF68B90-BC2D-45CF-B6A8-DDE505664A74}" sibTransId="{AE0211DF-698F-4E19-A5E8-61C926A138B0}"/>
    <dgm:cxn modelId="{61E3F0B2-7D54-476D-A4E6-FD4AA4280B8A}" type="presOf" srcId="{53ADCAAA-7840-48C0-A82B-A4FC3BA7C063}" destId="{80678624-4D37-4AEA-A741-E37C170C2333}" srcOrd="0" destOrd="0" presId="urn:microsoft.com/office/officeart/2005/8/layout/orgChart1"/>
    <dgm:cxn modelId="{B3B805B3-B154-4DF3-8988-1606E1373A54}" type="presOf" srcId="{A04E3F5B-DD22-418A-8BCB-9DBBD2554723}" destId="{AA3B854C-F735-440A-9471-962A549768ED}" srcOrd="0" destOrd="0" presId="urn:microsoft.com/office/officeart/2005/8/layout/orgChart1"/>
    <dgm:cxn modelId="{D93129B3-5CF8-45B2-B5BF-B5DDB8962601}" type="presOf" srcId="{037D3F56-714B-401D-BA53-40D5CE114109}" destId="{72D27FA0-72BA-41F1-A667-E4ABBC963AD9}" srcOrd="0" destOrd="0" presId="urn:microsoft.com/office/officeart/2005/8/layout/orgChart1"/>
    <dgm:cxn modelId="{0DECC6B3-62D5-4BD6-B0C6-6C4AE6530F51}" type="presOf" srcId="{6BDD9464-4844-44E8-8604-AAC4FEBAC4F3}" destId="{E63B1F46-2B41-409E-898D-984F6B92246B}" srcOrd="0" destOrd="0" presId="urn:microsoft.com/office/officeart/2005/8/layout/orgChart1"/>
    <dgm:cxn modelId="{9E7C89B8-6B9D-4FF3-A8C0-8134472B738C}" type="presOf" srcId="{9C4B9D37-D3D5-4017-9017-04F55A8FD395}" destId="{29EF7756-0D66-4D01-AE3A-8BB897B43582}" srcOrd="1" destOrd="0" presId="urn:microsoft.com/office/officeart/2005/8/layout/orgChart1"/>
    <dgm:cxn modelId="{A92740B9-44DE-41F2-8B2D-349C978857DE}" type="presOf" srcId="{7A82E86B-5AC5-4180-8844-80E7B1C8BA9A}" destId="{5B0DF4B6-0242-44CB-A5CA-26A9F7B9CA07}" srcOrd="1" destOrd="0" presId="urn:microsoft.com/office/officeart/2005/8/layout/orgChart1"/>
    <dgm:cxn modelId="{1D3845BB-A406-4A51-BB89-EBFCEF7B26C6}" srcId="{E72546ED-BA8C-49D9-971D-861FD1D5B543}" destId="{DE4D442F-0FAD-4DB3-93B3-A551C0DDB84A}" srcOrd="0" destOrd="0" parTransId="{9845B2B0-BDDE-4F56-BBD8-D7F7D0ED4D2D}" sibTransId="{9602798B-E4E1-4E53-B657-741B385BB68C}"/>
    <dgm:cxn modelId="{30B2CBBE-1BA2-4991-998B-9C8303CDE69B}" type="presOf" srcId="{FA59E4B1-F05E-465A-895E-BADC25316D33}" destId="{61154FB7-77BF-4CE0-8DF5-8BC851814B5D}" srcOrd="0" destOrd="0" presId="urn:microsoft.com/office/officeart/2005/8/layout/orgChart1"/>
    <dgm:cxn modelId="{90EFD0BE-311F-4347-B9EB-CD96D2AE28A9}" type="presOf" srcId="{E72546ED-BA8C-49D9-971D-861FD1D5B543}" destId="{A38BECA6-ACB5-40F8-9CF5-B402CFE6AB45}" srcOrd="1" destOrd="0" presId="urn:microsoft.com/office/officeart/2005/8/layout/orgChart1"/>
    <dgm:cxn modelId="{336440C0-3CA0-4647-B69B-70E238D54B99}" type="presOf" srcId="{642F45EF-F35A-4849-BDCA-2A0C99E8F199}" destId="{C9D4240C-1982-4419-A5DB-ACC9A0EB01AC}" srcOrd="0" destOrd="0" presId="urn:microsoft.com/office/officeart/2005/8/layout/orgChart1"/>
    <dgm:cxn modelId="{A5C8A9C3-01D9-47F2-94E7-F0331DBD7BE4}" type="presOf" srcId="{4EF7A905-20D4-4B2A-ABF0-C0ECC9BD9549}" destId="{95F622E0-6AB8-4184-8C9A-C108ABF54E0B}" srcOrd="0" destOrd="0" presId="urn:microsoft.com/office/officeart/2005/8/layout/orgChart1"/>
    <dgm:cxn modelId="{53630AC9-7CC6-4338-AF20-8A29D5DF121D}" type="presOf" srcId="{6FCE8290-6A12-4337-B83D-CCA2B3A42DF4}" destId="{465E2B19-A30F-447B-B413-C752DB7BFC81}" srcOrd="0" destOrd="0" presId="urn:microsoft.com/office/officeart/2005/8/layout/orgChart1"/>
    <dgm:cxn modelId="{6E996FCD-679B-4F7B-BEDD-B2D6233DCD34}" type="presOf" srcId="{E8426450-F345-4173-A386-BFF4D7397F5D}" destId="{07479BD3-2AD1-42E2-9E0E-943CC1FCE288}" srcOrd="0" destOrd="0" presId="urn:microsoft.com/office/officeart/2005/8/layout/orgChart1"/>
    <dgm:cxn modelId="{8550DFCD-4577-43FD-95A6-E7D0E148D411}" type="presOf" srcId="{6CC038CA-F9B1-48E0-AD3C-45D9B5908F22}" destId="{0A855DC8-C9BE-4B5E-9620-1D3D4C47510F}" srcOrd="1" destOrd="0" presId="urn:microsoft.com/office/officeart/2005/8/layout/orgChart1"/>
    <dgm:cxn modelId="{33A22ACE-F3F7-4AED-92C3-70A7B9B72B25}" type="presOf" srcId="{E1FA47B9-5A37-4D37-9111-C064AA765636}" destId="{4D246819-065D-44F3-A5E2-08EA1F0C3FE7}" srcOrd="1" destOrd="0" presId="urn:microsoft.com/office/officeart/2005/8/layout/orgChart1"/>
    <dgm:cxn modelId="{DD29BFD1-9D23-4F23-AB0D-F68EB4CF0277}" type="presOf" srcId="{651FE1AB-BD9A-4397-9207-7CA0949A5B48}" destId="{26CA871E-8B1F-4817-AFE6-793978F3C77A}" srcOrd="1" destOrd="0" presId="urn:microsoft.com/office/officeart/2005/8/layout/orgChart1"/>
    <dgm:cxn modelId="{E63BE3D2-B7EA-490C-9884-8CF6D046EEBA}" type="presOf" srcId="{71BAA375-A834-4464-A4EF-3E31761BAD9C}" destId="{FB96827B-BADE-48EA-84DF-44BC8677C729}" srcOrd="1" destOrd="0" presId="urn:microsoft.com/office/officeart/2005/8/layout/orgChart1"/>
    <dgm:cxn modelId="{6AC436D5-500A-4E55-936A-07912F13F69C}" type="presOf" srcId="{CD751804-E027-44E9-8BAF-248B328ADA56}" destId="{EE69F54E-C2E5-43FD-8600-EF140DB96C89}" srcOrd="0" destOrd="0" presId="urn:microsoft.com/office/officeart/2005/8/layout/orgChart1"/>
    <dgm:cxn modelId="{424DFDD9-0399-47E1-B010-DE9F4E1B2549}" type="presOf" srcId="{DE4D442F-0FAD-4DB3-93B3-A551C0DDB84A}" destId="{08F87A13-6A28-464A-B5C6-9E977C36D4AD}" srcOrd="1" destOrd="0" presId="urn:microsoft.com/office/officeart/2005/8/layout/orgChart1"/>
    <dgm:cxn modelId="{C5796EDB-17B3-40E7-9B7B-2F6128D1E92E}" type="presOf" srcId="{BF9C5880-D4F7-41C5-9222-AB12AED5F044}" destId="{AED51350-DBA5-4696-A620-A0DB1085325E}" srcOrd="1" destOrd="0" presId="urn:microsoft.com/office/officeart/2005/8/layout/orgChart1"/>
    <dgm:cxn modelId="{F03623DE-0258-4B40-B6EA-49ED01974E99}" type="presOf" srcId="{7B4C333C-4155-4097-A1AF-C0FFFB13AC33}" destId="{A1D71111-5322-475E-8851-7AA57FFA9718}" srcOrd="0" destOrd="0" presId="urn:microsoft.com/office/officeart/2005/8/layout/orgChart1"/>
    <dgm:cxn modelId="{89A6C3DE-A748-499C-94C3-F7DDF97C40D1}" type="presOf" srcId="{098D2ABE-3176-44A9-A826-346E30B1C369}" destId="{743C54D4-D8B5-467B-AADE-D6B17F7A8C92}" srcOrd="0" destOrd="0" presId="urn:microsoft.com/office/officeart/2005/8/layout/orgChart1"/>
    <dgm:cxn modelId="{F9CA19E0-AC4A-4F53-80AC-78998953DE23}" type="presOf" srcId="{62BD194E-3FA5-41A1-9187-5915910A34E8}" destId="{EE12CC80-D440-4741-A6EE-A94011D565B4}" srcOrd="0" destOrd="0" presId="urn:microsoft.com/office/officeart/2005/8/layout/orgChart1"/>
    <dgm:cxn modelId="{5C3B29E0-3C0E-44D8-BB33-FD202BEAAC9A}" type="presOf" srcId="{35C724B6-7E6D-4B46-A070-FD8579BE3C97}" destId="{93B7742B-29B5-4490-B296-8DB43569E122}" srcOrd="0" destOrd="0" presId="urn:microsoft.com/office/officeart/2005/8/layout/orgChart1"/>
    <dgm:cxn modelId="{B4B0A5E1-06BE-4274-B696-FFC4DA7F537E}" type="presOf" srcId="{E72546ED-BA8C-49D9-971D-861FD1D5B543}" destId="{2F2E2730-2A08-418D-9EEC-D9D8928C795C}" srcOrd="0" destOrd="0" presId="urn:microsoft.com/office/officeart/2005/8/layout/orgChart1"/>
    <dgm:cxn modelId="{BD04B5E4-155C-404F-8394-CB22431CEA46}" type="presOf" srcId="{2C9DFCDF-5459-4CE5-B98C-CA31A5EDBB95}" destId="{92503B89-EEC2-4674-BE0D-C7AA49EA4C51}" srcOrd="0" destOrd="0" presId="urn:microsoft.com/office/officeart/2005/8/layout/orgChart1"/>
    <dgm:cxn modelId="{AFB1DAE4-1F63-4A1E-A0F8-F2CFD5167FF0}" srcId="{495962ED-C416-44A5-A9FE-325DDE994EB8}" destId="{93C1BAA0-39AC-4D7D-9BF2-C7041D9B28F1}" srcOrd="1" destOrd="0" parTransId="{155D905F-80E3-4842-A574-163BA4DAEA82}" sibTransId="{2CE2B0CF-4D40-4548-89F3-1E9744DB19CF}"/>
    <dgm:cxn modelId="{3D41B1E7-8979-4E1A-8610-AC00F2870AE8}" type="presOf" srcId="{52D815F6-A2C3-4EB8-A371-4B85CF9A83E9}" destId="{F051F365-9916-4D6B-A208-BB2AF2DAC2EE}" srcOrd="1" destOrd="0" presId="urn:microsoft.com/office/officeart/2005/8/layout/orgChart1"/>
    <dgm:cxn modelId="{034403E9-3D01-43BB-A8FF-26C40CEC44B2}" srcId="{5FCD322C-5D3F-4D5C-A7D2-34EF06DF685E}" destId="{24F04B7E-DBCB-4D1E-9604-6F18E002899D}" srcOrd="3" destOrd="0" parTransId="{874701C3-54F7-4F1B-BC9E-03BEB0BF15B8}" sibTransId="{B4C50441-9189-4267-A61B-0ECC229FCD33}"/>
    <dgm:cxn modelId="{341533E9-0698-4481-B95C-CADC7C0A93EB}" type="presOf" srcId="{98BB412C-8166-402E-A1AB-7DA537E4625D}" destId="{8E8160B4-A4B4-4887-8DAA-6F0FEA644827}" srcOrd="1" destOrd="0" presId="urn:microsoft.com/office/officeart/2005/8/layout/orgChart1"/>
    <dgm:cxn modelId="{8CB449E9-913B-4741-B358-09DC9390EE2F}" srcId="{C1E0FF86-FF80-4929-8BB3-139F3D7DA8A6}" destId="{71BAA375-A834-4464-A4EF-3E31761BAD9C}" srcOrd="3" destOrd="0" parTransId="{6FCE8290-6A12-4337-B83D-CCA2B3A42DF4}" sibTransId="{07FF7C73-2D2F-4806-9B3C-E5CF2B9E7D88}"/>
    <dgm:cxn modelId="{E1843AEB-3DC1-4902-B2F2-14F5C73934CC}" type="presOf" srcId="{54A6F046-0114-438B-9A15-77FEBC4B6C6C}" destId="{14ADFD3D-3493-44AA-9776-1BBA506F0657}" srcOrd="0" destOrd="0" presId="urn:microsoft.com/office/officeart/2005/8/layout/orgChart1"/>
    <dgm:cxn modelId="{50A364F0-9947-40FA-AFF7-FFCD3D9E434E}" type="presOf" srcId="{DFF45D79-44B9-4E3F-8633-E31271570D24}" destId="{BA645D4E-E1D8-48D3-853E-C306A845499C}" srcOrd="0" destOrd="0" presId="urn:microsoft.com/office/officeart/2005/8/layout/orgChart1"/>
    <dgm:cxn modelId="{ABADA6F0-6436-452A-B7EE-8FB3AC07751F}" type="presOf" srcId="{9C4B9D37-D3D5-4017-9017-04F55A8FD395}" destId="{B089AEF8-EE2D-44F3-934D-3EA9F6D77D04}" srcOrd="0" destOrd="0" presId="urn:microsoft.com/office/officeart/2005/8/layout/orgChart1"/>
    <dgm:cxn modelId="{FB7135F1-6A26-4D25-B9E5-7C6121AF29FC}" type="presOf" srcId="{E5F79510-8BF1-4852-86BE-D1FE3F1ABCFA}" destId="{2278E78E-9E40-4F95-A172-6C230E7D3D95}" srcOrd="1" destOrd="0" presId="urn:microsoft.com/office/officeart/2005/8/layout/orgChart1"/>
    <dgm:cxn modelId="{ED4E20F9-EE8D-4363-9452-3A5D7C817A6A}" type="presOf" srcId="{D363B4B3-A518-47DF-A389-8479594EA6E6}" destId="{6F266B99-DDBA-4F63-A21A-1E02EC3A1491}" srcOrd="1" destOrd="0" presId="urn:microsoft.com/office/officeart/2005/8/layout/orgChart1"/>
    <dgm:cxn modelId="{2943EDF9-C189-4803-A7F1-D505298C393B}" type="presOf" srcId="{495962ED-C416-44A5-A9FE-325DDE994EB8}" destId="{3FCDC023-57C5-478F-8059-5FC9461DB520}" srcOrd="0" destOrd="0" presId="urn:microsoft.com/office/officeart/2005/8/layout/orgChart1"/>
    <dgm:cxn modelId="{514AC0FB-D035-4FC9-A1B5-6766979F0095}" type="presOf" srcId="{24F04B7E-DBCB-4D1E-9604-6F18E002899D}" destId="{823DF515-C365-451E-81BF-6CCA40CE03DD}" srcOrd="1" destOrd="0" presId="urn:microsoft.com/office/officeart/2005/8/layout/orgChart1"/>
    <dgm:cxn modelId="{9363FCFD-E872-4FF5-A2A3-53474B256B41}" type="presOf" srcId="{42BBB783-0FF8-4A2E-B7D6-24BC7FE6709D}" destId="{0AE8551E-34AF-4D8E-A143-4D6FA8DC48F8}" srcOrd="1" destOrd="0" presId="urn:microsoft.com/office/officeart/2005/8/layout/orgChart1"/>
    <dgm:cxn modelId="{CF830E08-9BF7-4C5F-B39F-C254A0393D7B}" type="presParOf" srcId="{0799C95E-3708-42A5-A707-9E62495E322F}" destId="{522F4B47-81AA-4348-912D-BF2AC18E0DD3}" srcOrd="0" destOrd="0" presId="urn:microsoft.com/office/officeart/2005/8/layout/orgChart1"/>
    <dgm:cxn modelId="{E670815E-3ACA-452C-AC3B-20B25D89329F}" type="presParOf" srcId="{522F4B47-81AA-4348-912D-BF2AC18E0DD3}" destId="{D806BD2C-A50D-4E93-992D-E8F84AC26626}" srcOrd="0" destOrd="0" presId="urn:microsoft.com/office/officeart/2005/8/layout/orgChart1"/>
    <dgm:cxn modelId="{F35BA857-9FEF-4826-9FD0-FB4A495679FC}" type="presParOf" srcId="{D806BD2C-A50D-4E93-992D-E8F84AC26626}" destId="{E3309758-2A59-4045-BE26-7DAB10D26F2E}" srcOrd="0" destOrd="0" presId="urn:microsoft.com/office/officeart/2005/8/layout/orgChart1"/>
    <dgm:cxn modelId="{55303FE0-B65D-4422-A685-2FAD26D87B4E}" type="presParOf" srcId="{D806BD2C-A50D-4E93-992D-E8F84AC26626}" destId="{5B0DF4B6-0242-44CB-A5CA-26A9F7B9CA07}" srcOrd="1" destOrd="0" presId="urn:microsoft.com/office/officeart/2005/8/layout/orgChart1"/>
    <dgm:cxn modelId="{9C5B2E63-7BC0-4E54-A5FC-0B6DD623FE13}" type="presParOf" srcId="{522F4B47-81AA-4348-912D-BF2AC18E0DD3}" destId="{67027AD2-3448-4B39-BE25-55D24897E397}" srcOrd="1" destOrd="0" presId="urn:microsoft.com/office/officeart/2005/8/layout/orgChart1"/>
    <dgm:cxn modelId="{AF6E1AA2-B923-4B85-ADFE-9EDCF68199A0}" type="presParOf" srcId="{67027AD2-3448-4B39-BE25-55D24897E397}" destId="{BA645D4E-E1D8-48D3-853E-C306A845499C}" srcOrd="0" destOrd="0" presId="urn:microsoft.com/office/officeart/2005/8/layout/orgChart1"/>
    <dgm:cxn modelId="{65361B18-5D2C-4C66-A091-7DFB6924653C}" type="presParOf" srcId="{67027AD2-3448-4B39-BE25-55D24897E397}" destId="{7CC4555B-19E8-4AB7-969B-76AF2AA06EB8}" srcOrd="1" destOrd="0" presId="urn:microsoft.com/office/officeart/2005/8/layout/orgChart1"/>
    <dgm:cxn modelId="{CD700F24-8A0E-47FA-AF01-CB3D3934D3AF}" type="presParOf" srcId="{7CC4555B-19E8-4AB7-969B-76AF2AA06EB8}" destId="{C7FF75CF-4122-4B1D-B1F6-3B3CC8234E31}" srcOrd="0" destOrd="0" presId="urn:microsoft.com/office/officeart/2005/8/layout/orgChart1"/>
    <dgm:cxn modelId="{402E4E32-9510-4858-8C33-B01C9FB77F83}" type="presParOf" srcId="{C7FF75CF-4122-4B1D-B1F6-3B3CC8234E31}" destId="{0BBE755E-4FD8-44C4-AE54-B5C6EE162BA4}" srcOrd="0" destOrd="0" presId="urn:microsoft.com/office/officeart/2005/8/layout/orgChart1"/>
    <dgm:cxn modelId="{E6832B52-7B3E-4846-AC86-6F44FAC3EAF4}" type="presParOf" srcId="{C7FF75CF-4122-4B1D-B1F6-3B3CC8234E31}" destId="{8E8160B4-A4B4-4887-8DAA-6F0FEA644827}" srcOrd="1" destOrd="0" presId="urn:microsoft.com/office/officeart/2005/8/layout/orgChart1"/>
    <dgm:cxn modelId="{B21869FB-BF1F-44D2-B0DB-848B53BB2704}" type="presParOf" srcId="{7CC4555B-19E8-4AB7-969B-76AF2AA06EB8}" destId="{138BC9E2-8A07-4C09-8250-C39CD906EDC5}" srcOrd="1" destOrd="0" presId="urn:microsoft.com/office/officeart/2005/8/layout/orgChart1"/>
    <dgm:cxn modelId="{742E8933-61A6-47D8-9F88-90847475A74E}" type="presParOf" srcId="{138BC9E2-8A07-4C09-8250-C39CD906EDC5}" destId="{EE69F54E-C2E5-43FD-8600-EF140DB96C89}" srcOrd="0" destOrd="0" presId="urn:microsoft.com/office/officeart/2005/8/layout/orgChart1"/>
    <dgm:cxn modelId="{37E2E243-5A17-4209-ABD7-63B6D0CB1882}" type="presParOf" srcId="{138BC9E2-8A07-4C09-8250-C39CD906EDC5}" destId="{DCB605DB-2CB4-429E-9AA4-09722ED16E9E}" srcOrd="1" destOrd="0" presId="urn:microsoft.com/office/officeart/2005/8/layout/orgChart1"/>
    <dgm:cxn modelId="{638076E8-B53E-4FB3-8FB2-BDEF7A2EFEFB}" type="presParOf" srcId="{DCB605DB-2CB4-429E-9AA4-09722ED16E9E}" destId="{C1E6B1BE-F549-4502-B75A-2E11C6665459}" srcOrd="0" destOrd="0" presId="urn:microsoft.com/office/officeart/2005/8/layout/orgChart1"/>
    <dgm:cxn modelId="{02B1D58E-B9E1-4FD5-8B97-1D9D103B43C3}" type="presParOf" srcId="{C1E6B1BE-F549-4502-B75A-2E11C6665459}" destId="{5BEFF83A-1193-4E0E-BEBE-2C6E37B7C9BF}" srcOrd="0" destOrd="0" presId="urn:microsoft.com/office/officeart/2005/8/layout/orgChart1"/>
    <dgm:cxn modelId="{87EE3641-27CA-43C9-91E7-067B7BEF995A}" type="presParOf" srcId="{C1E6B1BE-F549-4502-B75A-2E11C6665459}" destId="{0A855DC8-C9BE-4B5E-9620-1D3D4C47510F}" srcOrd="1" destOrd="0" presId="urn:microsoft.com/office/officeart/2005/8/layout/orgChart1"/>
    <dgm:cxn modelId="{EE2CE4C7-8F20-4408-AAC2-83483410F3FD}" type="presParOf" srcId="{DCB605DB-2CB4-429E-9AA4-09722ED16E9E}" destId="{B19E9127-B907-4D63-9245-94E986FD8790}" srcOrd="1" destOrd="0" presId="urn:microsoft.com/office/officeart/2005/8/layout/orgChart1"/>
    <dgm:cxn modelId="{74B3B5E3-E77E-499E-8A04-CE4ACB6F7CDA}" type="presParOf" srcId="{DCB605DB-2CB4-429E-9AA4-09722ED16E9E}" destId="{581AAF00-2FA4-46AC-A79F-2B821C266EF0}" srcOrd="2" destOrd="0" presId="urn:microsoft.com/office/officeart/2005/8/layout/orgChart1"/>
    <dgm:cxn modelId="{6F888575-9F72-42E5-AF01-DC01DF7565C9}" type="presParOf" srcId="{138BC9E2-8A07-4C09-8250-C39CD906EDC5}" destId="{AA3B854C-F735-440A-9471-962A549768ED}" srcOrd="2" destOrd="0" presId="urn:microsoft.com/office/officeart/2005/8/layout/orgChart1"/>
    <dgm:cxn modelId="{C652647D-B790-4645-B179-A837175040FB}" type="presParOf" srcId="{138BC9E2-8A07-4C09-8250-C39CD906EDC5}" destId="{883AD2AB-52BF-42E9-BC66-587507C35F40}" srcOrd="3" destOrd="0" presId="urn:microsoft.com/office/officeart/2005/8/layout/orgChart1"/>
    <dgm:cxn modelId="{E1097920-7B3E-46A3-8FDE-9290CA989503}" type="presParOf" srcId="{883AD2AB-52BF-42E9-BC66-587507C35F40}" destId="{B6AA4BCF-02BE-4370-B688-22EA6BD94FDB}" srcOrd="0" destOrd="0" presId="urn:microsoft.com/office/officeart/2005/8/layout/orgChart1"/>
    <dgm:cxn modelId="{6DC30F30-C49C-419F-8FA1-DE3660062F8E}" type="presParOf" srcId="{B6AA4BCF-02BE-4370-B688-22EA6BD94FDB}" destId="{69BEEAAA-BB7D-449D-923F-3AEECAAC77FD}" srcOrd="0" destOrd="0" presId="urn:microsoft.com/office/officeart/2005/8/layout/orgChart1"/>
    <dgm:cxn modelId="{5F417560-28D5-4DB2-BB6E-7DFB20F318FA}" type="presParOf" srcId="{B6AA4BCF-02BE-4370-B688-22EA6BD94FDB}" destId="{26CA871E-8B1F-4817-AFE6-793978F3C77A}" srcOrd="1" destOrd="0" presId="urn:microsoft.com/office/officeart/2005/8/layout/orgChart1"/>
    <dgm:cxn modelId="{31BE119D-36DB-4B48-835D-2F8357AF5A28}" type="presParOf" srcId="{883AD2AB-52BF-42E9-BC66-587507C35F40}" destId="{702B72D0-8769-4B93-A061-4A802F30A3D2}" srcOrd="1" destOrd="0" presId="urn:microsoft.com/office/officeart/2005/8/layout/orgChart1"/>
    <dgm:cxn modelId="{D1ABE46A-62BE-4F77-8950-D66E55F5BE64}" type="presParOf" srcId="{883AD2AB-52BF-42E9-BC66-587507C35F40}" destId="{02F31EAD-A420-4CFE-B19C-D1824A15FD86}" srcOrd="2" destOrd="0" presId="urn:microsoft.com/office/officeart/2005/8/layout/orgChart1"/>
    <dgm:cxn modelId="{B29D026B-62F3-4359-BB0E-3654CB35ABAA}" type="presParOf" srcId="{138BC9E2-8A07-4C09-8250-C39CD906EDC5}" destId="{1718C59B-4C46-4177-BB66-8B7BDF6B4689}" srcOrd="4" destOrd="0" presId="urn:microsoft.com/office/officeart/2005/8/layout/orgChart1"/>
    <dgm:cxn modelId="{934E324B-1DF5-44D4-9EC8-BEC97E4A4D5C}" type="presParOf" srcId="{138BC9E2-8A07-4C09-8250-C39CD906EDC5}" destId="{7C7015BB-F204-4ECA-898B-0D12BEC3A0CA}" srcOrd="5" destOrd="0" presId="urn:microsoft.com/office/officeart/2005/8/layout/orgChart1"/>
    <dgm:cxn modelId="{EE0A1330-FDBC-4C8D-BA12-C77BF62CF3F5}" type="presParOf" srcId="{7C7015BB-F204-4ECA-898B-0D12BEC3A0CA}" destId="{F04C2414-BEAA-4FE5-B8F9-B908AD128500}" srcOrd="0" destOrd="0" presId="urn:microsoft.com/office/officeart/2005/8/layout/orgChart1"/>
    <dgm:cxn modelId="{A1818DAF-90A6-4E3E-B5F2-C0BC43BC9F04}" type="presParOf" srcId="{F04C2414-BEAA-4FE5-B8F9-B908AD128500}" destId="{065828B5-BFE1-45BA-BFA8-B6FD89A287B6}" srcOrd="0" destOrd="0" presId="urn:microsoft.com/office/officeart/2005/8/layout/orgChart1"/>
    <dgm:cxn modelId="{4B7B3EE4-D91A-4B2A-A5E0-52EFBAEB895C}" type="presParOf" srcId="{F04C2414-BEAA-4FE5-B8F9-B908AD128500}" destId="{F051F365-9916-4D6B-A208-BB2AF2DAC2EE}" srcOrd="1" destOrd="0" presId="urn:microsoft.com/office/officeart/2005/8/layout/orgChart1"/>
    <dgm:cxn modelId="{340FD59B-D356-4C50-AA7A-44A31727932C}" type="presParOf" srcId="{7C7015BB-F204-4ECA-898B-0D12BEC3A0CA}" destId="{2B36757A-A906-4FA0-B284-36DE8CFD6409}" srcOrd="1" destOrd="0" presId="urn:microsoft.com/office/officeart/2005/8/layout/orgChart1"/>
    <dgm:cxn modelId="{5CD161D2-1FFF-4B7E-A8B5-15C181E4A5D8}" type="presParOf" srcId="{7C7015BB-F204-4ECA-898B-0D12BEC3A0CA}" destId="{E7D7A14D-40E5-4FE3-834F-4F67677CAC92}" srcOrd="2" destOrd="0" presId="urn:microsoft.com/office/officeart/2005/8/layout/orgChart1"/>
    <dgm:cxn modelId="{0207C5D1-9EFB-429B-97E8-0698FDEADF83}" type="presParOf" srcId="{138BC9E2-8A07-4C09-8250-C39CD906EDC5}" destId="{743C54D4-D8B5-467B-AADE-D6B17F7A8C92}" srcOrd="6" destOrd="0" presId="urn:microsoft.com/office/officeart/2005/8/layout/orgChart1"/>
    <dgm:cxn modelId="{6EB9E611-29F0-49E0-987A-E8CF934BB520}" type="presParOf" srcId="{138BC9E2-8A07-4C09-8250-C39CD906EDC5}" destId="{C210DF15-DE4E-406A-A772-2192A522E70E}" srcOrd="7" destOrd="0" presId="urn:microsoft.com/office/officeart/2005/8/layout/orgChart1"/>
    <dgm:cxn modelId="{9FF0B14D-AC08-4E31-BCF7-6D5EF7153E5F}" type="presParOf" srcId="{C210DF15-DE4E-406A-A772-2192A522E70E}" destId="{8919D04D-02AA-4BEB-B9F3-30B1F741FE13}" srcOrd="0" destOrd="0" presId="urn:microsoft.com/office/officeart/2005/8/layout/orgChart1"/>
    <dgm:cxn modelId="{B5C9306B-3907-485F-A294-519BA254A11D}" type="presParOf" srcId="{8919D04D-02AA-4BEB-B9F3-30B1F741FE13}" destId="{A1D71111-5322-475E-8851-7AA57FFA9718}" srcOrd="0" destOrd="0" presId="urn:microsoft.com/office/officeart/2005/8/layout/orgChart1"/>
    <dgm:cxn modelId="{7C00C036-292F-4E92-863E-F2CFD6C512C9}" type="presParOf" srcId="{8919D04D-02AA-4BEB-B9F3-30B1F741FE13}" destId="{395A5562-49E1-4BD3-BBE3-4D7750360166}" srcOrd="1" destOrd="0" presId="urn:microsoft.com/office/officeart/2005/8/layout/orgChart1"/>
    <dgm:cxn modelId="{81C6BE7A-5B73-4F87-8053-FE610198F3A5}" type="presParOf" srcId="{C210DF15-DE4E-406A-A772-2192A522E70E}" destId="{9993C50D-7923-47E2-A669-FC750D069404}" srcOrd="1" destOrd="0" presId="urn:microsoft.com/office/officeart/2005/8/layout/orgChart1"/>
    <dgm:cxn modelId="{FFA282D6-D60D-4E1B-84F2-B5143B157012}" type="presParOf" srcId="{C210DF15-DE4E-406A-A772-2192A522E70E}" destId="{56C88A71-2B2F-43C2-8FA3-276CA8C5C007}" srcOrd="2" destOrd="0" presId="urn:microsoft.com/office/officeart/2005/8/layout/orgChart1"/>
    <dgm:cxn modelId="{013E71E1-5DB2-43DB-BA9D-010622B06409}" type="presParOf" srcId="{7CC4555B-19E8-4AB7-969B-76AF2AA06EB8}" destId="{1B337229-9AB6-4261-87E7-78E30E525832}" srcOrd="2" destOrd="0" presId="urn:microsoft.com/office/officeart/2005/8/layout/orgChart1"/>
    <dgm:cxn modelId="{D5EAE486-0A78-4432-B7C9-44577968EA78}" type="presParOf" srcId="{67027AD2-3448-4B39-BE25-55D24897E397}" destId="{72D27FA0-72BA-41F1-A667-E4ABBC963AD9}" srcOrd="2" destOrd="0" presId="urn:microsoft.com/office/officeart/2005/8/layout/orgChart1"/>
    <dgm:cxn modelId="{B0E43B7B-022A-46A1-8F21-02BB77D76B19}" type="presParOf" srcId="{67027AD2-3448-4B39-BE25-55D24897E397}" destId="{0A8EC511-CCBA-466F-92AC-CA0BAF2A43EC}" srcOrd="3" destOrd="0" presId="urn:microsoft.com/office/officeart/2005/8/layout/orgChart1"/>
    <dgm:cxn modelId="{C7576C20-1FAD-4310-93B1-3AF9A47278AF}" type="presParOf" srcId="{0A8EC511-CCBA-466F-92AC-CA0BAF2A43EC}" destId="{54CBD51A-6BC0-4C7F-A437-4527F4176053}" srcOrd="0" destOrd="0" presId="urn:microsoft.com/office/officeart/2005/8/layout/orgChart1"/>
    <dgm:cxn modelId="{22A68A3C-7A4F-4D6B-935D-F2FE6128DC0D}" type="presParOf" srcId="{54CBD51A-6BC0-4C7F-A437-4527F4176053}" destId="{D179234F-362A-4735-AB78-C00578B868FB}" srcOrd="0" destOrd="0" presId="urn:microsoft.com/office/officeart/2005/8/layout/orgChart1"/>
    <dgm:cxn modelId="{1753E910-E28B-4503-86C0-BEA672BFF931}" type="presParOf" srcId="{54CBD51A-6BC0-4C7F-A437-4527F4176053}" destId="{3DDBA842-0670-452A-B38A-A0E25883C2A5}" srcOrd="1" destOrd="0" presId="urn:microsoft.com/office/officeart/2005/8/layout/orgChart1"/>
    <dgm:cxn modelId="{B0B28221-3BA6-4C9D-958B-8C94D0DB5446}" type="presParOf" srcId="{0A8EC511-CCBA-466F-92AC-CA0BAF2A43EC}" destId="{3FBF0C12-863F-4B6B-84A6-C11568DA8FC1}" srcOrd="1" destOrd="0" presId="urn:microsoft.com/office/officeart/2005/8/layout/orgChart1"/>
    <dgm:cxn modelId="{900DA6A8-EDF1-4DB3-8361-5DE5F4EBA3C3}" type="presParOf" srcId="{3FBF0C12-863F-4B6B-84A6-C11568DA8FC1}" destId="{0909BA71-4376-44B1-A7A8-3076BE963897}" srcOrd="0" destOrd="0" presId="urn:microsoft.com/office/officeart/2005/8/layout/orgChart1"/>
    <dgm:cxn modelId="{1C8EF17E-06C2-402C-963F-31AC66D151EA}" type="presParOf" srcId="{3FBF0C12-863F-4B6B-84A6-C11568DA8FC1}" destId="{57D57B9C-B492-4FAB-B0D6-3636E16A7FE2}" srcOrd="1" destOrd="0" presId="urn:microsoft.com/office/officeart/2005/8/layout/orgChart1"/>
    <dgm:cxn modelId="{227B4E1D-4898-42BE-A3B7-BCB7FFCE9DE4}" type="presParOf" srcId="{57D57B9C-B492-4FAB-B0D6-3636E16A7FE2}" destId="{C5E4D599-E947-4115-87D0-02E1DAEB68FD}" srcOrd="0" destOrd="0" presId="urn:microsoft.com/office/officeart/2005/8/layout/orgChart1"/>
    <dgm:cxn modelId="{33F09A66-2563-4675-A150-64E3541FD7AD}" type="presParOf" srcId="{C5E4D599-E947-4115-87D0-02E1DAEB68FD}" destId="{14ADFD3D-3493-44AA-9776-1BBA506F0657}" srcOrd="0" destOrd="0" presId="urn:microsoft.com/office/officeart/2005/8/layout/orgChart1"/>
    <dgm:cxn modelId="{A56E0585-727F-4C84-B508-28FCE4AB1ACE}" type="presParOf" srcId="{C5E4D599-E947-4115-87D0-02E1DAEB68FD}" destId="{0351D02E-75B4-403A-90E5-70C4ADF2421F}" srcOrd="1" destOrd="0" presId="urn:microsoft.com/office/officeart/2005/8/layout/orgChart1"/>
    <dgm:cxn modelId="{603653C3-2E74-4FEA-921C-2B09FCCBDCF2}" type="presParOf" srcId="{57D57B9C-B492-4FAB-B0D6-3636E16A7FE2}" destId="{A6438241-8C96-4DD7-B945-30D3B359D1F1}" srcOrd="1" destOrd="0" presId="urn:microsoft.com/office/officeart/2005/8/layout/orgChart1"/>
    <dgm:cxn modelId="{708622F4-EFCD-4B70-A533-3AED9220E416}" type="presParOf" srcId="{57D57B9C-B492-4FAB-B0D6-3636E16A7FE2}" destId="{F1A64C5A-A00A-4837-BE08-EA17C7850892}" srcOrd="2" destOrd="0" presId="urn:microsoft.com/office/officeart/2005/8/layout/orgChart1"/>
    <dgm:cxn modelId="{E86882B5-BD83-4994-914E-4A21F4A2DD24}" type="presParOf" srcId="{3FBF0C12-863F-4B6B-84A6-C11568DA8FC1}" destId="{6708CC28-72C8-418D-B309-375E8C5978EA}" srcOrd="2" destOrd="0" presId="urn:microsoft.com/office/officeart/2005/8/layout/orgChart1"/>
    <dgm:cxn modelId="{158D64CE-4D19-4028-9158-06BCFE737705}" type="presParOf" srcId="{3FBF0C12-863F-4B6B-84A6-C11568DA8FC1}" destId="{8059F331-7F17-47DD-9154-B792470D4C5A}" srcOrd="3" destOrd="0" presId="urn:microsoft.com/office/officeart/2005/8/layout/orgChart1"/>
    <dgm:cxn modelId="{8E87ACDC-AEEC-46FA-8C85-AB4A875E61F5}" type="presParOf" srcId="{8059F331-7F17-47DD-9154-B792470D4C5A}" destId="{F4302FEE-2DD5-41EE-9C9F-D1CBA5E79B53}" srcOrd="0" destOrd="0" presId="urn:microsoft.com/office/officeart/2005/8/layout/orgChart1"/>
    <dgm:cxn modelId="{CC616677-A5CB-4707-9030-CAD0FBDEAED3}" type="presParOf" srcId="{F4302FEE-2DD5-41EE-9C9F-D1CBA5E79B53}" destId="{EBD05960-D44E-4212-AB08-94015CD57D00}" srcOrd="0" destOrd="0" presId="urn:microsoft.com/office/officeart/2005/8/layout/orgChart1"/>
    <dgm:cxn modelId="{29ED2F13-98CD-4F93-93B8-D5CBFB62819E}" type="presParOf" srcId="{F4302FEE-2DD5-41EE-9C9F-D1CBA5E79B53}" destId="{5167C3E7-9AE0-4ED2-8C40-6BCC4F0C7BFE}" srcOrd="1" destOrd="0" presId="urn:microsoft.com/office/officeart/2005/8/layout/orgChart1"/>
    <dgm:cxn modelId="{5093C8F3-6825-4B6B-8509-74C66C217003}" type="presParOf" srcId="{8059F331-7F17-47DD-9154-B792470D4C5A}" destId="{C47A8F7B-A286-440E-9BFE-F862882404BB}" srcOrd="1" destOrd="0" presId="urn:microsoft.com/office/officeart/2005/8/layout/orgChart1"/>
    <dgm:cxn modelId="{FB15B7A7-D814-45F1-853B-475F3384CDF9}" type="presParOf" srcId="{8059F331-7F17-47DD-9154-B792470D4C5A}" destId="{802FFEDF-170C-4A25-A8D7-AE66FFE65989}" srcOrd="2" destOrd="0" presId="urn:microsoft.com/office/officeart/2005/8/layout/orgChart1"/>
    <dgm:cxn modelId="{462018E8-A555-41B5-9830-238023A72247}" type="presParOf" srcId="{3FBF0C12-863F-4B6B-84A6-C11568DA8FC1}" destId="{71CA5A9A-4DD5-47B8-8C4A-5399BE347D6F}" srcOrd="4" destOrd="0" presId="urn:microsoft.com/office/officeart/2005/8/layout/orgChart1"/>
    <dgm:cxn modelId="{8884C4CC-B807-4FAB-94CF-75F835CE30C7}" type="presParOf" srcId="{3FBF0C12-863F-4B6B-84A6-C11568DA8FC1}" destId="{F9FEB05E-671D-4253-8C95-9AB22762B899}" srcOrd="5" destOrd="0" presId="urn:microsoft.com/office/officeart/2005/8/layout/orgChart1"/>
    <dgm:cxn modelId="{A089D76D-6D81-4927-8FDF-049008DA2249}" type="presParOf" srcId="{F9FEB05E-671D-4253-8C95-9AB22762B899}" destId="{EB51CC3B-7464-44AC-B50C-9087010A8071}" srcOrd="0" destOrd="0" presId="urn:microsoft.com/office/officeart/2005/8/layout/orgChart1"/>
    <dgm:cxn modelId="{F83B9F8B-BDD8-4091-B632-56F05239A3BE}" type="presParOf" srcId="{EB51CC3B-7464-44AC-B50C-9087010A8071}" destId="{15BFB8D6-AC23-4D7F-9EF5-D676C5FF89AF}" srcOrd="0" destOrd="0" presId="urn:microsoft.com/office/officeart/2005/8/layout/orgChart1"/>
    <dgm:cxn modelId="{02F35AFD-1CE5-4E51-8852-EDE68D568CF3}" type="presParOf" srcId="{EB51CC3B-7464-44AC-B50C-9087010A8071}" destId="{AED51350-DBA5-4696-A620-A0DB1085325E}" srcOrd="1" destOrd="0" presId="urn:microsoft.com/office/officeart/2005/8/layout/orgChart1"/>
    <dgm:cxn modelId="{D6802D1E-F919-438D-B6AB-222A73ED9FAC}" type="presParOf" srcId="{F9FEB05E-671D-4253-8C95-9AB22762B899}" destId="{91D0BE83-5573-43B0-80D7-93C38A9D4AD9}" srcOrd="1" destOrd="0" presId="urn:microsoft.com/office/officeart/2005/8/layout/orgChart1"/>
    <dgm:cxn modelId="{7A0B9F73-ABEF-4FAF-84EB-E15DD4D45166}" type="presParOf" srcId="{F9FEB05E-671D-4253-8C95-9AB22762B899}" destId="{7689BA73-9B60-48A8-82C0-9D7AA845BB8C}" srcOrd="2" destOrd="0" presId="urn:microsoft.com/office/officeart/2005/8/layout/orgChart1"/>
    <dgm:cxn modelId="{FBB02160-F68C-4DA8-A149-23D007D30C14}" type="presParOf" srcId="{3FBF0C12-863F-4B6B-84A6-C11568DA8FC1}" destId="{42413619-7261-470B-9E84-A47628308C16}" srcOrd="6" destOrd="0" presId="urn:microsoft.com/office/officeart/2005/8/layout/orgChart1"/>
    <dgm:cxn modelId="{6EE71C4C-33B8-4AA6-BB49-4391934B7F85}" type="presParOf" srcId="{3FBF0C12-863F-4B6B-84A6-C11568DA8FC1}" destId="{99332A11-34DA-4A8B-B728-C1A2F31E04F0}" srcOrd="7" destOrd="0" presId="urn:microsoft.com/office/officeart/2005/8/layout/orgChart1"/>
    <dgm:cxn modelId="{1A4C361E-91B2-465F-9600-2CE963D84902}" type="presParOf" srcId="{99332A11-34DA-4A8B-B728-C1A2F31E04F0}" destId="{1E3130DD-89D2-432D-8567-5C5702AD0738}" srcOrd="0" destOrd="0" presId="urn:microsoft.com/office/officeart/2005/8/layout/orgChart1"/>
    <dgm:cxn modelId="{28B1872B-8D86-490B-960D-9DE33A55F1DE}" type="presParOf" srcId="{1E3130DD-89D2-432D-8567-5C5702AD0738}" destId="{BCC7F215-CBCF-4DA5-9647-6DCD6D2A6D13}" srcOrd="0" destOrd="0" presId="urn:microsoft.com/office/officeart/2005/8/layout/orgChart1"/>
    <dgm:cxn modelId="{4C91528F-3EFD-4FB3-A632-908AB36683B9}" type="presParOf" srcId="{1E3130DD-89D2-432D-8567-5C5702AD0738}" destId="{823DF515-C365-451E-81BF-6CCA40CE03DD}" srcOrd="1" destOrd="0" presId="urn:microsoft.com/office/officeart/2005/8/layout/orgChart1"/>
    <dgm:cxn modelId="{4D5BDF1C-79C8-4D8D-9021-292EECC465F1}" type="presParOf" srcId="{99332A11-34DA-4A8B-B728-C1A2F31E04F0}" destId="{D1051898-8562-4AE0-89EA-18D3B1EFCAAF}" srcOrd="1" destOrd="0" presId="urn:microsoft.com/office/officeart/2005/8/layout/orgChart1"/>
    <dgm:cxn modelId="{44F0CA02-E2F5-46CD-AD0D-46FB3F1B3192}" type="presParOf" srcId="{99332A11-34DA-4A8B-B728-C1A2F31E04F0}" destId="{11E94072-02EA-4E33-ABDF-CD51E0709812}" srcOrd="2" destOrd="0" presId="urn:microsoft.com/office/officeart/2005/8/layout/orgChart1"/>
    <dgm:cxn modelId="{9843BCBF-9135-4688-B741-8169A3352255}" type="presParOf" srcId="{3FBF0C12-863F-4B6B-84A6-C11568DA8FC1}" destId="{880DDCE7-C0E1-4B55-B684-8AE4F6790951}" srcOrd="8" destOrd="0" presId="urn:microsoft.com/office/officeart/2005/8/layout/orgChart1"/>
    <dgm:cxn modelId="{2B04A5E9-CC59-4343-8490-E94F74689573}" type="presParOf" srcId="{3FBF0C12-863F-4B6B-84A6-C11568DA8FC1}" destId="{174D894B-30FF-40F6-B718-3732B9B8F12A}" srcOrd="9" destOrd="0" presId="urn:microsoft.com/office/officeart/2005/8/layout/orgChart1"/>
    <dgm:cxn modelId="{DBCB9162-737B-4EF9-9606-580A0D6EC34B}" type="presParOf" srcId="{174D894B-30FF-40F6-B718-3732B9B8F12A}" destId="{90FD0FF2-078B-4E33-8430-F1439C4E92A9}" srcOrd="0" destOrd="0" presId="urn:microsoft.com/office/officeart/2005/8/layout/orgChart1"/>
    <dgm:cxn modelId="{136BAF56-CA24-4048-92D1-15D61E8FC65E}" type="presParOf" srcId="{90FD0FF2-078B-4E33-8430-F1439C4E92A9}" destId="{93B7742B-29B5-4490-B296-8DB43569E122}" srcOrd="0" destOrd="0" presId="urn:microsoft.com/office/officeart/2005/8/layout/orgChart1"/>
    <dgm:cxn modelId="{AE740524-BFDB-4052-96C7-43697122A465}" type="presParOf" srcId="{90FD0FF2-078B-4E33-8430-F1439C4E92A9}" destId="{ACFBF52D-B114-44DB-BB8A-3BE645D85838}" srcOrd="1" destOrd="0" presId="urn:microsoft.com/office/officeart/2005/8/layout/orgChart1"/>
    <dgm:cxn modelId="{F072D3FD-9130-4F06-B980-A51C0F91F2D4}" type="presParOf" srcId="{174D894B-30FF-40F6-B718-3732B9B8F12A}" destId="{A8DEA97C-5316-4E67-AEF8-FF9995A3DB82}" srcOrd="1" destOrd="0" presId="urn:microsoft.com/office/officeart/2005/8/layout/orgChart1"/>
    <dgm:cxn modelId="{960A941B-2F2B-4808-93F5-B29C153B8A6E}" type="presParOf" srcId="{174D894B-30FF-40F6-B718-3732B9B8F12A}" destId="{D46B067E-8AC6-48A4-812A-CC9E7FA867E9}" srcOrd="2" destOrd="0" presId="urn:microsoft.com/office/officeart/2005/8/layout/orgChart1"/>
    <dgm:cxn modelId="{15E0F3A2-E9AA-478F-A642-6620EA95CBF5}" type="presParOf" srcId="{0A8EC511-CCBA-466F-92AC-CA0BAF2A43EC}" destId="{08E775A1-D7EF-4BC2-BA03-758080B6392A}" srcOrd="2" destOrd="0" presId="urn:microsoft.com/office/officeart/2005/8/layout/orgChart1"/>
    <dgm:cxn modelId="{C069E3B7-155B-4EDC-8907-8A828318A615}" type="presParOf" srcId="{67027AD2-3448-4B39-BE25-55D24897E397}" destId="{496559C2-99EF-4596-A990-1CBA4733DF1C}" srcOrd="4" destOrd="0" presId="urn:microsoft.com/office/officeart/2005/8/layout/orgChart1"/>
    <dgm:cxn modelId="{9AC1246B-B8C1-4A85-A95F-27664F6D3AA9}" type="presParOf" srcId="{67027AD2-3448-4B39-BE25-55D24897E397}" destId="{FE933302-C9B9-4F25-8ED9-21427F393013}" srcOrd="5" destOrd="0" presId="urn:microsoft.com/office/officeart/2005/8/layout/orgChart1"/>
    <dgm:cxn modelId="{C1D8F87A-81CA-4C43-8867-D95C4B71901E}" type="presParOf" srcId="{FE933302-C9B9-4F25-8ED9-21427F393013}" destId="{092CB53E-EA45-4E74-B242-9E71C31AD0CF}" srcOrd="0" destOrd="0" presId="urn:microsoft.com/office/officeart/2005/8/layout/orgChart1"/>
    <dgm:cxn modelId="{02280D9D-298B-4B78-848F-4368EED26766}" type="presParOf" srcId="{092CB53E-EA45-4E74-B242-9E71C31AD0CF}" destId="{2F2E2730-2A08-418D-9EEC-D9D8928C795C}" srcOrd="0" destOrd="0" presId="urn:microsoft.com/office/officeart/2005/8/layout/orgChart1"/>
    <dgm:cxn modelId="{2CE9416E-EFDA-4CC1-821B-5E3DA3C50923}" type="presParOf" srcId="{092CB53E-EA45-4E74-B242-9E71C31AD0CF}" destId="{A38BECA6-ACB5-40F8-9CF5-B402CFE6AB45}" srcOrd="1" destOrd="0" presId="urn:microsoft.com/office/officeart/2005/8/layout/orgChart1"/>
    <dgm:cxn modelId="{C0D484A5-0057-4364-A708-C814727D37CA}" type="presParOf" srcId="{FE933302-C9B9-4F25-8ED9-21427F393013}" destId="{44EAC232-F942-43B6-8A40-2459B73457C0}" srcOrd="1" destOrd="0" presId="urn:microsoft.com/office/officeart/2005/8/layout/orgChart1"/>
    <dgm:cxn modelId="{ABF3140F-EFB2-4C04-BF5C-A1F56FD07AD3}" type="presParOf" srcId="{44EAC232-F942-43B6-8A40-2459B73457C0}" destId="{FD9E9BF4-1946-4182-A7D7-4CEE73261E28}" srcOrd="0" destOrd="0" presId="urn:microsoft.com/office/officeart/2005/8/layout/orgChart1"/>
    <dgm:cxn modelId="{2C2B62DC-D24B-46CE-8B99-227041FA5580}" type="presParOf" srcId="{44EAC232-F942-43B6-8A40-2459B73457C0}" destId="{86D83043-9C2A-4DEB-8F53-BB2F565ED348}" srcOrd="1" destOrd="0" presId="urn:microsoft.com/office/officeart/2005/8/layout/orgChart1"/>
    <dgm:cxn modelId="{0D79E8FE-2380-4504-BDDF-E7375053577D}" type="presParOf" srcId="{86D83043-9C2A-4DEB-8F53-BB2F565ED348}" destId="{1E8011D1-4926-4751-99EA-F4368775A9A4}" srcOrd="0" destOrd="0" presId="urn:microsoft.com/office/officeart/2005/8/layout/orgChart1"/>
    <dgm:cxn modelId="{28238876-019A-45F3-8220-77B7DC915BBE}" type="presParOf" srcId="{1E8011D1-4926-4751-99EA-F4368775A9A4}" destId="{476B2BD4-CF8A-432E-BEB1-CA03BEFCEA29}" srcOrd="0" destOrd="0" presId="urn:microsoft.com/office/officeart/2005/8/layout/orgChart1"/>
    <dgm:cxn modelId="{3B5430B0-2D5C-4444-AAB4-470A6403B2B5}" type="presParOf" srcId="{1E8011D1-4926-4751-99EA-F4368775A9A4}" destId="{08F87A13-6A28-464A-B5C6-9E977C36D4AD}" srcOrd="1" destOrd="0" presId="urn:microsoft.com/office/officeart/2005/8/layout/orgChart1"/>
    <dgm:cxn modelId="{B7612405-CBE7-431F-B3E4-3A88FCD981DB}" type="presParOf" srcId="{86D83043-9C2A-4DEB-8F53-BB2F565ED348}" destId="{E904BD79-2DD0-4C96-AD45-1A6CE8734ED8}" srcOrd="1" destOrd="0" presId="urn:microsoft.com/office/officeart/2005/8/layout/orgChart1"/>
    <dgm:cxn modelId="{174C28AB-7D3C-4829-B75D-784B6D3B525D}" type="presParOf" srcId="{86D83043-9C2A-4DEB-8F53-BB2F565ED348}" destId="{65189E79-3F32-4D16-8044-78A483B030B8}" srcOrd="2" destOrd="0" presId="urn:microsoft.com/office/officeart/2005/8/layout/orgChart1"/>
    <dgm:cxn modelId="{C731D5EA-760D-42E6-98BA-E9A5FB0A51C8}" type="presParOf" srcId="{FE933302-C9B9-4F25-8ED9-21427F393013}" destId="{BBF0746A-1106-46BD-9112-403AB26A2A5F}" srcOrd="2" destOrd="0" presId="urn:microsoft.com/office/officeart/2005/8/layout/orgChart1"/>
    <dgm:cxn modelId="{E2DD2BF6-D50C-44B4-91D4-D7BE99D6037A}" type="presParOf" srcId="{67027AD2-3448-4B39-BE25-55D24897E397}" destId="{61154FB7-77BF-4CE0-8DF5-8BC851814B5D}" srcOrd="6" destOrd="0" presId="urn:microsoft.com/office/officeart/2005/8/layout/orgChart1"/>
    <dgm:cxn modelId="{C8457F0D-2B76-42FC-B88D-845242C79991}" type="presParOf" srcId="{67027AD2-3448-4B39-BE25-55D24897E397}" destId="{B706E241-6C08-414E-8E79-F7C6C878F92F}" srcOrd="7" destOrd="0" presId="urn:microsoft.com/office/officeart/2005/8/layout/orgChart1"/>
    <dgm:cxn modelId="{FFB4840E-5ADC-41DF-B132-8EAF09A7E7A8}" type="presParOf" srcId="{B706E241-6C08-414E-8E79-F7C6C878F92F}" destId="{B76CD25E-35E7-467D-9579-42808D6568F1}" srcOrd="0" destOrd="0" presId="urn:microsoft.com/office/officeart/2005/8/layout/orgChart1"/>
    <dgm:cxn modelId="{AE546CBA-41AC-431C-AF6E-711E5642DC5F}" type="presParOf" srcId="{B76CD25E-35E7-467D-9579-42808D6568F1}" destId="{5A075C05-7F9A-4877-B50A-BBB4FFD77C37}" srcOrd="0" destOrd="0" presId="urn:microsoft.com/office/officeart/2005/8/layout/orgChart1"/>
    <dgm:cxn modelId="{4813DE3E-1823-4036-B52E-9E7A7656B153}" type="presParOf" srcId="{B76CD25E-35E7-467D-9579-42808D6568F1}" destId="{6880BC30-578D-4912-BB62-1A72B022D9DD}" srcOrd="1" destOrd="0" presId="urn:microsoft.com/office/officeart/2005/8/layout/orgChart1"/>
    <dgm:cxn modelId="{7FAE7954-A843-41D7-9C15-FE01717A9E15}" type="presParOf" srcId="{B706E241-6C08-414E-8E79-F7C6C878F92F}" destId="{CE9D5F18-99E0-47AD-89CD-9C9AC22D9C26}" srcOrd="1" destOrd="0" presId="urn:microsoft.com/office/officeart/2005/8/layout/orgChart1"/>
    <dgm:cxn modelId="{3BF60E19-896E-4789-9490-BDFD10476788}" type="presParOf" srcId="{CE9D5F18-99E0-47AD-89CD-9C9AC22D9C26}" destId="{B1FE998C-FCBA-4346-9804-31DA7517A7CE}" srcOrd="0" destOrd="0" presId="urn:microsoft.com/office/officeart/2005/8/layout/orgChart1"/>
    <dgm:cxn modelId="{162F6D79-8770-4A92-B55A-61ABB49EB731}" type="presParOf" srcId="{CE9D5F18-99E0-47AD-89CD-9C9AC22D9C26}" destId="{00EF0AC1-6FA5-496B-A4BF-8C4665B40E1F}" srcOrd="1" destOrd="0" presId="urn:microsoft.com/office/officeart/2005/8/layout/orgChart1"/>
    <dgm:cxn modelId="{DD899626-DBDF-4A15-937A-44AEBDFB99C8}" type="presParOf" srcId="{00EF0AC1-6FA5-496B-A4BF-8C4665B40E1F}" destId="{6EC3B2E4-DD5A-49E5-8ED7-45076D65B336}" srcOrd="0" destOrd="0" presId="urn:microsoft.com/office/officeart/2005/8/layout/orgChart1"/>
    <dgm:cxn modelId="{F35B8855-9C84-4B35-8318-1BC96A5D437F}" type="presParOf" srcId="{6EC3B2E4-DD5A-49E5-8ED7-45076D65B336}" destId="{F2667B79-CF1F-463E-A131-3CE0A65387A7}" srcOrd="0" destOrd="0" presId="urn:microsoft.com/office/officeart/2005/8/layout/orgChart1"/>
    <dgm:cxn modelId="{45AFA07F-C5A4-4D2D-9F3A-390AE1F81005}" type="presParOf" srcId="{6EC3B2E4-DD5A-49E5-8ED7-45076D65B336}" destId="{40BE2D75-DAAB-4127-B1AE-ECB0898341DC}" srcOrd="1" destOrd="0" presId="urn:microsoft.com/office/officeart/2005/8/layout/orgChart1"/>
    <dgm:cxn modelId="{5F560F1C-0435-4F2C-9AD5-8D39A0F0BECB}" type="presParOf" srcId="{00EF0AC1-6FA5-496B-A4BF-8C4665B40E1F}" destId="{C0B11D6B-80BD-4916-B949-4A44B7E71CCB}" srcOrd="1" destOrd="0" presId="urn:microsoft.com/office/officeart/2005/8/layout/orgChart1"/>
    <dgm:cxn modelId="{1B7D53B4-7900-4C90-8DB7-525C6E782B0E}" type="presParOf" srcId="{00EF0AC1-6FA5-496B-A4BF-8C4665B40E1F}" destId="{EE64DF74-8BFE-46D7-95D8-DB8A52A1C6F5}" srcOrd="2" destOrd="0" presId="urn:microsoft.com/office/officeart/2005/8/layout/orgChart1"/>
    <dgm:cxn modelId="{5518BEBF-5D20-4613-9691-6693BEA708CE}" type="presParOf" srcId="{CE9D5F18-99E0-47AD-89CD-9C9AC22D9C26}" destId="{2CE6F7EC-E72A-4055-81BB-465D5F13136C}" srcOrd="2" destOrd="0" presId="urn:microsoft.com/office/officeart/2005/8/layout/orgChart1"/>
    <dgm:cxn modelId="{69F001D8-41DA-4E90-BE19-518DDD516DC8}" type="presParOf" srcId="{CE9D5F18-99E0-47AD-89CD-9C9AC22D9C26}" destId="{BB7C6B4B-C820-4A8C-B95B-4C0F081522D4}" srcOrd="3" destOrd="0" presId="urn:microsoft.com/office/officeart/2005/8/layout/orgChart1"/>
    <dgm:cxn modelId="{18B70F4E-FB75-4525-B3DB-45F35D4E151C}" type="presParOf" srcId="{BB7C6B4B-C820-4A8C-B95B-4C0F081522D4}" destId="{7CA37852-4809-4E69-A01E-2101B2C9352C}" srcOrd="0" destOrd="0" presId="urn:microsoft.com/office/officeart/2005/8/layout/orgChart1"/>
    <dgm:cxn modelId="{0E2CC8D8-9D9B-479C-9A7F-A568E97FF7E4}" type="presParOf" srcId="{7CA37852-4809-4E69-A01E-2101B2C9352C}" destId="{A0D01B12-6B17-4016-B664-F06476356314}" srcOrd="0" destOrd="0" presId="urn:microsoft.com/office/officeart/2005/8/layout/orgChart1"/>
    <dgm:cxn modelId="{B05C524E-6D20-4F9D-8F4B-624F354CEBE9}" type="presParOf" srcId="{7CA37852-4809-4E69-A01E-2101B2C9352C}" destId="{6F266B99-DDBA-4F63-A21A-1E02EC3A1491}" srcOrd="1" destOrd="0" presId="urn:microsoft.com/office/officeart/2005/8/layout/orgChart1"/>
    <dgm:cxn modelId="{5142F3B3-A694-45D0-8515-AF5B69BA7AE7}" type="presParOf" srcId="{BB7C6B4B-C820-4A8C-B95B-4C0F081522D4}" destId="{387E8D71-9D55-4060-9CAA-8BDB1136D81F}" srcOrd="1" destOrd="0" presId="urn:microsoft.com/office/officeart/2005/8/layout/orgChart1"/>
    <dgm:cxn modelId="{6C3DA279-3662-4E56-BB89-964BA5668451}" type="presParOf" srcId="{BB7C6B4B-C820-4A8C-B95B-4C0F081522D4}" destId="{4DF0D53B-896D-465B-88C1-B90D8F867CFF}" srcOrd="2" destOrd="0" presId="urn:microsoft.com/office/officeart/2005/8/layout/orgChart1"/>
    <dgm:cxn modelId="{85520243-ECE9-46C6-A6E4-209359DCD2D0}" type="presParOf" srcId="{B706E241-6C08-414E-8E79-F7C6C878F92F}" destId="{875D4688-8BF3-4F43-8640-550A94742A33}" srcOrd="2" destOrd="0" presId="urn:microsoft.com/office/officeart/2005/8/layout/orgChart1"/>
    <dgm:cxn modelId="{CE08111D-84EF-4C2A-B1F5-DE905A3363D7}" type="presParOf" srcId="{67027AD2-3448-4B39-BE25-55D24897E397}" destId="{FB478D9B-B3F2-4CF7-983D-4F524607BDEB}" srcOrd="8" destOrd="0" presId="urn:microsoft.com/office/officeart/2005/8/layout/orgChart1"/>
    <dgm:cxn modelId="{82AC6373-F260-44A3-BE83-A5F4B3DCEB2C}" type="presParOf" srcId="{67027AD2-3448-4B39-BE25-55D24897E397}" destId="{125DB2E4-720E-4FDA-8BE3-AC1F14362D09}" srcOrd="9" destOrd="0" presId="urn:microsoft.com/office/officeart/2005/8/layout/orgChart1"/>
    <dgm:cxn modelId="{449A222C-568E-4F30-9DF5-1AFA287B1BAF}" type="presParOf" srcId="{125DB2E4-720E-4FDA-8BE3-AC1F14362D09}" destId="{BE89078E-015A-4C80-B9FB-829AB2B31DB5}" srcOrd="0" destOrd="0" presId="urn:microsoft.com/office/officeart/2005/8/layout/orgChart1"/>
    <dgm:cxn modelId="{06506960-E705-4A05-90B6-0C7D9FD2C2C4}" type="presParOf" srcId="{BE89078E-015A-4C80-B9FB-829AB2B31DB5}" destId="{3FCDC023-57C5-478F-8059-5FC9461DB520}" srcOrd="0" destOrd="0" presId="urn:microsoft.com/office/officeart/2005/8/layout/orgChart1"/>
    <dgm:cxn modelId="{736A27BF-E20A-42CA-B7AC-57EF5865762C}" type="presParOf" srcId="{BE89078E-015A-4C80-B9FB-829AB2B31DB5}" destId="{A5097330-5A79-4B9A-858C-88A08BBE257B}" srcOrd="1" destOrd="0" presId="urn:microsoft.com/office/officeart/2005/8/layout/orgChart1"/>
    <dgm:cxn modelId="{53F23C89-B375-4850-8434-8FA2D9FE3EC1}" type="presParOf" srcId="{125DB2E4-720E-4FDA-8BE3-AC1F14362D09}" destId="{C03402B8-0DD3-4B7B-A0F3-5796E0D989E9}" srcOrd="1" destOrd="0" presId="urn:microsoft.com/office/officeart/2005/8/layout/orgChart1"/>
    <dgm:cxn modelId="{90CB1494-56D9-423A-B1D2-B857F1A50819}" type="presParOf" srcId="{C03402B8-0DD3-4B7B-A0F3-5796E0D989E9}" destId="{EB5E1CAA-A399-438F-98D5-1AE8D848F0CA}" srcOrd="0" destOrd="0" presId="urn:microsoft.com/office/officeart/2005/8/layout/orgChart1"/>
    <dgm:cxn modelId="{3929E4DB-E805-4CBD-A454-FE3205DC4A02}" type="presParOf" srcId="{C03402B8-0DD3-4B7B-A0F3-5796E0D989E9}" destId="{EFB8801A-CA1E-4E04-BE9D-DB8528904F34}" srcOrd="1" destOrd="0" presId="urn:microsoft.com/office/officeart/2005/8/layout/orgChart1"/>
    <dgm:cxn modelId="{9E9A2063-6FD5-41D5-AE58-9FAA85ECC2F5}" type="presParOf" srcId="{EFB8801A-CA1E-4E04-BE9D-DB8528904F34}" destId="{C62287C9-A189-4B9E-8210-E5F51E25993B}" srcOrd="0" destOrd="0" presId="urn:microsoft.com/office/officeart/2005/8/layout/orgChart1"/>
    <dgm:cxn modelId="{A277DF9D-62B9-4DC6-809B-48B73A510E0A}" type="presParOf" srcId="{C62287C9-A189-4B9E-8210-E5F51E25993B}" destId="{19E60112-0FB5-47B1-8139-F93F6FA143CE}" srcOrd="0" destOrd="0" presId="urn:microsoft.com/office/officeart/2005/8/layout/orgChart1"/>
    <dgm:cxn modelId="{DBD1AE5B-46ED-42FF-8E30-BA84BE1656C5}" type="presParOf" srcId="{C62287C9-A189-4B9E-8210-E5F51E25993B}" destId="{755037A1-503E-40CD-B1EF-4C8C5B859B81}" srcOrd="1" destOrd="0" presId="urn:microsoft.com/office/officeart/2005/8/layout/orgChart1"/>
    <dgm:cxn modelId="{F2488F5E-2975-417F-9989-2F83BD5A5560}" type="presParOf" srcId="{EFB8801A-CA1E-4E04-BE9D-DB8528904F34}" destId="{5871FF93-4FB6-427B-8E14-EA8655ACCABF}" srcOrd="1" destOrd="0" presId="urn:microsoft.com/office/officeart/2005/8/layout/orgChart1"/>
    <dgm:cxn modelId="{AFDF94DE-F442-4D33-A57D-78749350383D}" type="presParOf" srcId="{EFB8801A-CA1E-4E04-BE9D-DB8528904F34}" destId="{27CBCF77-4295-45B4-8080-3332BCE29A77}" srcOrd="2" destOrd="0" presId="urn:microsoft.com/office/officeart/2005/8/layout/orgChart1"/>
    <dgm:cxn modelId="{086CD9F6-6C9E-4682-AC8B-EE65BE057887}" type="presParOf" srcId="{C03402B8-0DD3-4B7B-A0F3-5796E0D989E9}" destId="{3ED5C4BC-2085-439E-A643-C865B216E920}" srcOrd="2" destOrd="0" presId="urn:microsoft.com/office/officeart/2005/8/layout/orgChart1"/>
    <dgm:cxn modelId="{1D4E9BD2-06D2-46A6-BB72-49047F53A54E}" type="presParOf" srcId="{C03402B8-0DD3-4B7B-A0F3-5796E0D989E9}" destId="{B6EDC56D-D687-4147-81BF-DAA0391B9DCC}" srcOrd="3" destOrd="0" presId="urn:microsoft.com/office/officeart/2005/8/layout/orgChart1"/>
    <dgm:cxn modelId="{073169E3-8538-46DE-A501-25EA4B31C97A}" type="presParOf" srcId="{B6EDC56D-D687-4147-81BF-DAA0391B9DCC}" destId="{88BA4E44-7CFA-4B2F-8373-D40E51BEBFED}" srcOrd="0" destOrd="0" presId="urn:microsoft.com/office/officeart/2005/8/layout/orgChart1"/>
    <dgm:cxn modelId="{CAE7BB6E-C8DD-4D1A-9F48-4CC8F1F50C1D}" type="presParOf" srcId="{88BA4E44-7CFA-4B2F-8373-D40E51BEBFED}" destId="{D928AC06-D3C6-453F-87A2-144E0B0B8347}" srcOrd="0" destOrd="0" presId="urn:microsoft.com/office/officeart/2005/8/layout/orgChart1"/>
    <dgm:cxn modelId="{3CF85E0D-DB69-4951-98E3-91FA2486DF13}" type="presParOf" srcId="{88BA4E44-7CFA-4B2F-8373-D40E51BEBFED}" destId="{71724F2F-8A0F-4C7E-98C3-9232167C780E}" srcOrd="1" destOrd="0" presId="urn:microsoft.com/office/officeart/2005/8/layout/orgChart1"/>
    <dgm:cxn modelId="{BA6A21A3-E8CC-4252-8A5B-CCCEA9563F44}" type="presParOf" srcId="{B6EDC56D-D687-4147-81BF-DAA0391B9DCC}" destId="{99927BCB-1D4F-43A6-B6D1-8E279F84ABE8}" srcOrd="1" destOrd="0" presId="urn:microsoft.com/office/officeart/2005/8/layout/orgChart1"/>
    <dgm:cxn modelId="{BA3F2311-0322-4352-88CC-2F1A9A21A44A}" type="presParOf" srcId="{B6EDC56D-D687-4147-81BF-DAA0391B9DCC}" destId="{58CDAA7F-86F0-42C5-A6DC-19D22C380D24}" srcOrd="2" destOrd="0" presId="urn:microsoft.com/office/officeart/2005/8/layout/orgChart1"/>
    <dgm:cxn modelId="{B5F613BF-9630-4FA5-BCD6-656DC2FDD19F}" type="presParOf" srcId="{C03402B8-0DD3-4B7B-A0F3-5796E0D989E9}" destId="{EE12CC80-D440-4741-A6EE-A94011D565B4}" srcOrd="4" destOrd="0" presId="urn:microsoft.com/office/officeart/2005/8/layout/orgChart1"/>
    <dgm:cxn modelId="{6B5870FD-D21B-456D-922F-B943D8B2DF91}" type="presParOf" srcId="{C03402B8-0DD3-4B7B-A0F3-5796E0D989E9}" destId="{28CAB17A-7F85-4A93-8DFD-FD1D7263D34F}" srcOrd="5" destOrd="0" presId="urn:microsoft.com/office/officeart/2005/8/layout/orgChart1"/>
    <dgm:cxn modelId="{14BCF78D-9E6C-4F29-9CD1-F6D39EAC11F7}" type="presParOf" srcId="{28CAB17A-7F85-4A93-8DFD-FD1D7263D34F}" destId="{29706714-ED21-4F62-A9AB-3C2437F5B48D}" srcOrd="0" destOrd="0" presId="urn:microsoft.com/office/officeart/2005/8/layout/orgChart1"/>
    <dgm:cxn modelId="{2710F6D8-7835-43BF-B00A-EA7D64158370}" type="presParOf" srcId="{29706714-ED21-4F62-A9AB-3C2437F5B48D}" destId="{B089AEF8-EE2D-44F3-934D-3EA9F6D77D04}" srcOrd="0" destOrd="0" presId="urn:microsoft.com/office/officeart/2005/8/layout/orgChart1"/>
    <dgm:cxn modelId="{DF318B07-DB64-451B-BD3A-813F3954AD41}" type="presParOf" srcId="{29706714-ED21-4F62-A9AB-3C2437F5B48D}" destId="{29EF7756-0D66-4D01-AE3A-8BB897B43582}" srcOrd="1" destOrd="0" presId="urn:microsoft.com/office/officeart/2005/8/layout/orgChart1"/>
    <dgm:cxn modelId="{9CB76A74-2DA2-4A9E-89E0-9AD31786A22A}" type="presParOf" srcId="{28CAB17A-7F85-4A93-8DFD-FD1D7263D34F}" destId="{6A04D9C4-766C-457D-90AB-196285266FBE}" srcOrd="1" destOrd="0" presId="urn:microsoft.com/office/officeart/2005/8/layout/orgChart1"/>
    <dgm:cxn modelId="{33967E05-51E8-451C-8ADB-37304A080173}" type="presParOf" srcId="{28CAB17A-7F85-4A93-8DFD-FD1D7263D34F}" destId="{F832F11A-2E42-49DE-9A98-B222F8ABE6BB}" srcOrd="2" destOrd="0" presId="urn:microsoft.com/office/officeart/2005/8/layout/orgChart1"/>
    <dgm:cxn modelId="{B8C0A222-0E8F-4934-97EA-07273BC725E9}" type="presParOf" srcId="{C03402B8-0DD3-4B7B-A0F3-5796E0D989E9}" destId="{C9D4240C-1982-4419-A5DB-ACC9A0EB01AC}" srcOrd="6" destOrd="0" presId="urn:microsoft.com/office/officeart/2005/8/layout/orgChart1"/>
    <dgm:cxn modelId="{8D2ACCE9-29E9-48F1-9DA1-0279918CA266}" type="presParOf" srcId="{C03402B8-0DD3-4B7B-A0F3-5796E0D989E9}" destId="{0252BF9D-C1C5-43A4-9A31-0D24CE345E7C}" srcOrd="7" destOrd="0" presId="urn:microsoft.com/office/officeart/2005/8/layout/orgChart1"/>
    <dgm:cxn modelId="{3A4270B2-A4BF-4119-A8C4-B3A0DA469BD5}" type="presParOf" srcId="{0252BF9D-C1C5-43A4-9A31-0D24CE345E7C}" destId="{3012C647-9E99-4EC3-99F2-5D2B884B6E2B}" srcOrd="0" destOrd="0" presId="urn:microsoft.com/office/officeart/2005/8/layout/orgChart1"/>
    <dgm:cxn modelId="{DAE424D3-E20B-495B-BB74-7FF15AE226CA}" type="presParOf" srcId="{3012C647-9E99-4EC3-99F2-5D2B884B6E2B}" destId="{07479BD3-2AD1-42E2-9E0E-943CC1FCE288}" srcOrd="0" destOrd="0" presId="urn:microsoft.com/office/officeart/2005/8/layout/orgChart1"/>
    <dgm:cxn modelId="{3E3EB3D3-5839-4D51-A9B5-7DD119C37ED8}" type="presParOf" srcId="{3012C647-9E99-4EC3-99F2-5D2B884B6E2B}" destId="{154CDB08-B455-4D4A-A6BE-96371C07B40D}" srcOrd="1" destOrd="0" presId="urn:microsoft.com/office/officeart/2005/8/layout/orgChart1"/>
    <dgm:cxn modelId="{EF6D5F05-AC49-4035-A328-05DD5A9FBC1F}" type="presParOf" srcId="{0252BF9D-C1C5-43A4-9A31-0D24CE345E7C}" destId="{D59FB42B-1450-40FB-8F9A-7313B8101041}" srcOrd="1" destOrd="0" presId="urn:microsoft.com/office/officeart/2005/8/layout/orgChart1"/>
    <dgm:cxn modelId="{464EA9FA-AFE5-49F7-A900-2D63DD9CF873}" type="presParOf" srcId="{0252BF9D-C1C5-43A4-9A31-0D24CE345E7C}" destId="{C9B325F8-6B74-4060-BCFC-F02C72B850AD}" srcOrd="2" destOrd="0" presId="urn:microsoft.com/office/officeart/2005/8/layout/orgChart1"/>
    <dgm:cxn modelId="{0BC565FF-E485-43B2-B024-35B469DC7B82}" type="presParOf" srcId="{C03402B8-0DD3-4B7B-A0F3-5796E0D989E9}" destId="{03523A63-8AE8-4FF3-8F4D-9A2CB75B9BAA}" srcOrd="8" destOrd="0" presId="urn:microsoft.com/office/officeart/2005/8/layout/orgChart1"/>
    <dgm:cxn modelId="{36987823-0237-4BFA-911C-D0B786AED8D6}" type="presParOf" srcId="{C03402B8-0DD3-4B7B-A0F3-5796E0D989E9}" destId="{1485F4CC-0BCE-42AB-A9DB-67A7BFDB5E30}" srcOrd="9" destOrd="0" presId="urn:microsoft.com/office/officeart/2005/8/layout/orgChart1"/>
    <dgm:cxn modelId="{2AC3141D-1A63-4207-92D0-A9EFE38E69C4}" type="presParOf" srcId="{1485F4CC-0BCE-42AB-A9DB-67A7BFDB5E30}" destId="{C97CAAB3-1501-4D3A-964B-C916A112D418}" srcOrd="0" destOrd="0" presId="urn:microsoft.com/office/officeart/2005/8/layout/orgChart1"/>
    <dgm:cxn modelId="{7991D6EA-3950-4B0B-99B0-587ACF0AE51D}" type="presParOf" srcId="{C97CAAB3-1501-4D3A-964B-C916A112D418}" destId="{ED92629C-4E07-4664-8ABE-D8C851430C19}" srcOrd="0" destOrd="0" presId="urn:microsoft.com/office/officeart/2005/8/layout/orgChart1"/>
    <dgm:cxn modelId="{2157D7F9-A7FC-463E-96F8-3391F68EC088}" type="presParOf" srcId="{C97CAAB3-1501-4D3A-964B-C916A112D418}" destId="{4518308B-E5B9-4B8C-8637-DC4427332EB4}" srcOrd="1" destOrd="0" presId="urn:microsoft.com/office/officeart/2005/8/layout/orgChart1"/>
    <dgm:cxn modelId="{967A813E-BBAE-4E51-836D-44A60A3FF02F}" type="presParOf" srcId="{1485F4CC-0BCE-42AB-A9DB-67A7BFDB5E30}" destId="{DD8E0270-A4C6-4E47-8375-3DFB239D00D9}" srcOrd="1" destOrd="0" presId="urn:microsoft.com/office/officeart/2005/8/layout/orgChart1"/>
    <dgm:cxn modelId="{5128E82D-DFA1-4850-B328-4C1995335140}" type="presParOf" srcId="{1485F4CC-0BCE-42AB-A9DB-67A7BFDB5E30}" destId="{2F8E4963-BE78-42EE-9E62-ADCD6032C939}" srcOrd="2" destOrd="0" presId="urn:microsoft.com/office/officeart/2005/8/layout/orgChart1"/>
    <dgm:cxn modelId="{5F9CA2BE-9335-430C-BCFC-E633C18165FD}" type="presParOf" srcId="{C03402B8-0DD3-4B7B-A0F3-5796E0D989E9}" destId="{92503B89-EEC2-4674-BE0D-C7AA49EA4C51}" srcOrd="10" destOrd="0" presId="urn:microsoft.com/office/officeart/2005/8/layout/orgChart1"/>
    <dgm:cxn modelId="{9A595D8B-6F95-414C-8F60-9F5C44A10DFB}" type="presParOf" srcId="{C03402B8-0DD3-4B7B-A0F3-5796E0D989E9}" destId="{99E7230D-9334-46AB-AB48-DEAB6C613289}" srcOrd="11" destOrd="0" presId="urn:microsoft.com/office/officeart/2005/8/layout/orgChart1"/>
    <dgm:cxn modelId="{86271B6B-87B0-404D-9573-227DD4870389}" type="presParOf" srcId="{99E7230D-9334-46AB-AB48-DEAB6C613289}" destId="{F312E1BD-5FD6-4F23-8692-2A90F9510DB1}" srcOrd="0" destOrd="0" presId="urn:microsoft.com/office/officeart/2005/8/layout/orgChart1"/>
    <dgm:cxn modelId="{BF3DDBF8-691C-4F34-B507-F34685117A66}" type="presParOf" srcId="{F312E1BD-5FD6-4F23-8692-2A90F9510DB1}" destId="{A16CC26E-DB5C-4F84-8F66-464102DB786C}" srcOrd="0" destOrd="0" presId="urn:microsoft.com/office/officeart/2005/8/layout/orgChart1"/>
    <dgm:cxn modelId="{BD47D724-A6A7-45C7-A65F-443957D0C237}" type="presParOf" srcId="{F312E1BD-5FD6-4F23-8692-2A90F9510DB1}" destId="{0AE8551E-34AF-4D8E-A143-4D6FA8DC48F8}" srcOrd="1" destOrd="0" presId="urn:microsoft.com/office/officeart/2005/8/layout/orgChart1"/>
    <dgm:cxn modelId="{F44EA1AE-8BE1-460B-9637-9C8B9C99F815}" type="presParOf" srcId="{99E7230D-9334-46AB-AB48-DEAB6C613289}" destId="{878632B3-BED0-4AF8-B1FD-BDAA245C4123}" srcOrd="1" destOrd="0" presId="urn:microsoft.com/office/officeart/2005/8/layout/orgChart1"/>
    <dgm:cxn modelId="{C63D803D-55D6-4E51-BC47-6628CC88673B}" type="presParOf" srcId="{99E7230D-9334-46AB-AB48-DEAB6C613289}" destId="{6782B9D4-308B-4A50-911E-6978D2534FB3}" srcOrd="2" destOrd="0" presId="urn:microsoft.com/office/officeart/2005/8/layout/orgChart1"/>
    <dgm:cxn modelId="{E79A539A-9B8B-4762-91CD-D0147030ED74}" type="presParOf" srcId="{C03402B8-0DD3-4B7B-A0F3-5796E0D989E9}" destId="{60F401A1-9746-4613-BB38-398548D68A86}" srcOrd="12" destOrd="0" presId="urn:microsoft.com/office/officeart/2005/8/layout/orgChart1"/>
    <dgm:cxn modelId="{120AB991-9015-4EEB-AFBC-7A646811FEA3}" type="presParOf" srcId="{C03402B8-0DD3-4B7B-A0F3-5796E0D989E9}" destId="{8463AC06-9293-4477-A3B4-0E6930A9A86B}" srcOrd="13" destOrd="0" presId="urn:microsoft.com/office/officeart/2005/8/layout/orgChart1"/>
    <dgm:cxn modelId="{513C724A-01D4-4DEC-B26F-45F9E61280E0}" type="presParOf" srcId="{8463AC06-9293-4477-A3B4-0E6930A9A86B}" destId="{EF51B3F5-9F53-4BE7-B2CC-DED1FE2C70F9}" srcOrd="0" destOrd="0" presId="urn:microsoft.com/office/officeart/2005/8/layout/orgChart1"/>
    <dgm:cxn modelId="{D4FD3D1B-071A-4831-9B37-AB4F6C7E9AD0}" type="presParOf" srcId="{EF51B3F5-9F53-4BE7-B2CC-DED1FE2C70F9}" destId="{E63B1F46-2B41-409E-898D-984F6B92246B}" srcOrd="0" destOrd="0" presId="urn:microsoft.com/office/officeart/2005/8/layout/orgChart1"/>
    <dgm:cxn modelId="{E3D8CEA9-8A73-4E2F-A744-31D50F9C290C}" type="presParOf" srcId="{EF51B3F5-9F53-4BE7-B2CC-DED1FE2C70F9}" destId="{58217EA5-D9F0-44D3-82BB-9E9702F328DD}" srcOrd="1" destOrd="0" presId="urn:microsoft.com/office/officeart/2005/8/layout/orgChart1"/>
    <dgm:cxn modelId="{DD32783F-8387-4161-A333-A71A5C5B8357}" type="presParOf" srcId="{8463AC06-9293-4477-A3B4-0E6930A9A86B}" destId="{618876DF-F723-4EEE-BF55-C5FC6660051C}" srcOrd="1" destOrd="0" presId="urn:microsoft.com/office/officeart/2005/8/layout/orgChart1"/>
    <dgm:cxn modelId="{B38EB7FB-363F-4A74-87AD-0F2DED3BBCDA}" type="presParOf" srcId="{8463AC06-9293-4477-A3B4-0E6930A9A86B}" destId="{D289CF7B-BF68-4A23-AB97-A8B62B10B970}" srcOrd="2" destOrd="0" presId="urn:microsoft.com/office/officeart/2005/8/layout/orgChart1"/>
    <dgm:cxn modelId="{DFE2F124-0837-4B60-BA17-ED7BE0EF6626}" type="presParOf" srcId="{C03402B8-0DD3-4B7B-A0F3-5796E0D989E9}" destId="{BA06261F-BE95-4392-817E-F9853961B7E7}" srcOrd="14" destOrd="0" presId="urn:microsoft.com/office/officeart/2005/8/layout/orgChart1"/>
    <dgm:cxn modelId="{B57FCA60-9F11-4124-860A-868A6A7BC6BE}" type="presParOf" srcId="{C03402B8-0DD3-4B7B-A0F3-5796E0D989E9}" destId="{AD56BFA3-46AC-4211-A47B-03EA95E02388}" srcOrd="15" destOrd="0" presId="urn:microsoft.com/office/officeart/2005/8/layout/orgChart1"/>
    <dgm:cxn modelId="{77753057-B3BB-47A8-8E0E-AEE9E2699E6E}" type="presParOf" srcId="{AD56BFA3-46AC-4211-A47B-03EA95E02388}" destId="{C93C6234-8A87-4C15-BBE6-EF95D01465CE}" srcOrd="0" destOrd="0" presId="urn:microsoft.com/office/officeart/2005/8/layout/orgChart1"/>
    <dgm:cxn modelId="{3A43FED0-22F6-4B3A-B71E-9F750C5E4BA0}" type="presParOf" srcId="{C93C6234-8A87-4C15-BBE6-EF95D01465CE}" destId="{3AAB593B-B40D-4348-A58D-6E0DC9875DF9}" srcOrd="0" destOrd="0" presId="urn:microsoft.com/office/officeart/2005/8/layout/orgChart1"/>
    <dgm:cxn modelId="{CE7781D8-5A8E-4732-AC8A-3E26EF3D87B6}" type="presParOf" srcId="{C93C6234-8A87-4C15-BBE6-EF95D01465CE}" destId="{2278E78E-9E40-4F95-A172-6C230E7D3D95}" srcOrd="1" destOrd="0" presId="urn:microsoft.com/office/officeart/2005/8/layout/orgChart1"/>
    <dgm:cxn modelId="{BCB56308-BCFF-416B-9C88-35C88576CE96}" type="presParOf" srcId="{AD56BFA3-46AC-4211-A47B-03EA95E02388}" destId="{F0A4C0D0-D6FC-4A44-BC1A-7A89F3DF7B32}" srcOrd="1" destOrd="0" presId="urn:microsoft.com/office/officeart/2005/8/layout/orgChart1"/>
    <dgm:cxn modelId="{395A47D6-0F53-4305-BD1F-DF24DC784A87}" type="presParOf" srcId="{AD56BFA3-46AC-4211-A47B-03EA95E02388}" destId="{F75C5412-A473-4DAB-A5D3-3F30BC5683B5}" srcOrd="2" destOrd="0" presId="urn:microsoft.com/office/officeart/2005/8/layout/orgChart1"/>
    <dgm:cxn modelId="{CEC30C03-AC96-45EC-A113-F5ECF235083D}" type="presParOf" srcId="{125DB2E4-720E-4FDA-8BE3-AC1F14362D09}" destId="{4D783E0A-E1AA-4016-90C1-F5CBF18996F7}" srcOrd="2" destOrd="0" presId="urn:microsoft.com/office/officeart/2005/8/layout/orgChart1"/>
    <dgm:cxn modelId="{1A93B5FB-819F-471E-84FD-595E935CD0C3}" type="presParOf" srcId="{67027AD2-3448-4B39-BE25-55D24897E397}" destId="{88771DC9-53EF-4F7C-A708-AB3296A9D175}" srcOrd="10" destOrd="0" presId="urn:microsoft.com/office/officeart/2005/8/layout/orgChart1"/>
    <dgm:cxn modelId="{E13E0E76-1F32-45FC-8170-E84F297671CB}" type="presParOf" srcId="{67027AD2-3448-4B39-BE25-55D24897E397}" destId="{49AD13C2-8CA0-4395-A73F-73CBEFD1E58A}" srcOrd="11" destOrd="0" presId="urn:microsoft.com/office/officeart/2005/8/layout/orgChart1"/>
    <dgm:cxn modelId="{AD2AE914-C7BE-44B8-A8BD-78B8953D5C14}" type="presParOf" srcId="{49AD13C2-8CA0-4395-A73F-73CBEFD1E58A}" destId="{4BC7E7A8-1311-4DE5-B019-CB4037B63B1E}" srcOrd="0" destOrd="0" presId="urn:microsoft.com/office/officeart/2005/8/layout/orgChart1"/>
    <dgm:cxn modelId="{7BB854ED-C5AE-4F55-837D-193D5E2D521A}" type="presParOf" srcId="{4BC7E7A8-1311-4DE5-B019-CB4037B63B1E}" destId="{6F334646-AAB0-4E11-B50E-E9A44871DAE3}" srcOrd="0" destOrd="0" presId="urn:microsoft.com/office/officeart/2005/8/layout/orgChart1"/>
    <dgm:cxn modelId="{31B0C270-ED52-4A75-9438-91D4AEE28C6C}" type="presParOf" srcId="{4BC7E7A8-1311-4DE5-B019-CB4037B63B1E}" destId="{70748022-EBF6-460D-830A-1F3F4AE59D70}" srcOrd="1" destOrd="0" presId="urn:microsoft.com/office/officeart/2005/8/layout/orgChart1"/>
    <dgm:cxn modelId="{A987BD91-881B-4D66-8823-1D2F8BE76D56}" type="presParOf" srcId="{49AD13C2-8CA0-4395-A73F-73CBEFD1E58A}" destId="{BF89E455-83EE-4907-85E5-198F6D1A6B7F}" srcOrd="1" destOrd="0" presId="urn:microsoft.com/office/officeart/2005/8/layout/orgChart1"/>
    <dgm:cxn modelId="{9A57AB92-BECC-4936-A1AD-B5FBF74EF2A3}" type="presParOf" srcId="{BF89E455-83EE-4907-85E5-198F6D1A6B7F}" destId="{95F622E0-6AB8-4184-8C9A-C108ABF54E0B}" srcOrd="0" destOrd="0" presId="urn:microsoft.com/office/officeart/2005/8/layout/orgChart1"/>
    <dgm:cxn modelId="{10919990-3E21-43A8-AE9A-B14B946D0143}" type="presParOf" srcId="{BF89E455-83EE-4907-85E5-198F6D1A6B7F}" destId="{0F04969E-7106-46D9-AA85-7A03A1219516}" srcOrd="1" destOrd="0" presId="urn:microsoft.com/office/officeart/2005/8/layout/orgChart1"/>
    <dgm:cxn modelId="{F794D918-7353-4E67-9944-F9114CC67E5C}" type="presParOf" srcId="{0F04969E-7106-46D9-AA85-7A03A1219516}" destId="{C0ECC899-3921-409E-9A34-C964F8F0A590}" srcOrd="0" destOrd="0" presId="urn:microsoft.com/office/officeart/2005/8/layout/orgChart1"/>
    <dgm:cxn modelId="{CD2733D4-3EF2-4BB3-B427-378E82831700}" type="presParOf" srcId="{C0ECC899-3921-409E-9A34-C964F8F0A590}" destId="{BC64F0C3-6E37-483B-AC65-5FF4955B0A46}" srcOrd="0" destOrd="0" presId="urn:microsoft.com/office/officeart/2005/8/layout/orgChart1"/>
    <dgm:cxn modelId="{7152E12D-6A39-4805-86C8-594BB778A2B6}" type="presParOf" srcId="{C0ECC899-3921-409E-9A34-C964F8F0A590}" destId="{8B400352-10E6-4D23-9836-8FBD069B8A01}" srcOrd="1" destOrd="0" presId="urn:microsoft.com/office/officeart/2005/8/layout/orgChart1"/>
    <dgm:cxn modelId="{73122807-4286-47D1-BCDD-96E8646C6B90}" type="presParOf" srcId="{0F04969E-7106-46D9-AA85-7A03A1219516}" destId="{9F152628-D7CA-4F4B-AD9F-D03D544959A8}" srcOrd="1" destOrd="0" presId="urn:microsoft.com/office/officeart/2005/8/layout/orgChart1"/>
    <dgm:cxn modelId="{37B651D4-6C87-4F20-8605-45F38FA5ACD0}" type="presParOf" srcId="{0F04969E-7106-46D9-AA85-7A03A1219516}" destId="{751F75CE-0438-4E03-94B5-CEA4E15EB403}" srcOrd="2" destOrd="0" presId="urn:microsoft.com/office/officeart/2005/8/layout/orgChart1"/>
    <dgm:cxn modelId="{5DBA2B6B-1599-4CC2-A552-F24F24446FDB}" type="presParOf" srcId="{BF89E455-83EE-4907-85E5-198F6D1A6B7F}" destId="{EFEFDC74-05D0-40E9-83AF-69522D6C35D8}" srcOrd="2" destOrd="0" presId="urn:microsoft.com/office/officeart/2005/8/layout/orgChart1"/>
    <dgm:cxn modelId="{69E3F84F-78B0-4744-A86C-F5F40B69BC27}" type="presParOf" srcId="{BF89E455-83EE-4907-85E5-198F6D1A6B7F}" destId="{727F770F-5DB5-419A-BB04-4106596A3A41}" srcOrd="3" destOrd="0" presId="urn:microsoft.com/office/officeart/2005/8/layout/orgChart1"/>
    <dgm:cxn modelId="{7CE92330-6802-4CEF-B229-185D630F77DB}" type="presParOf" srcId="{727F770F-5DB5-419A-BB04-4106596A3A41}" destId="{4DC67111-17F0-46EA-9179-F0E360FAA46F}" srcOrd="0" destOrd="0" presId="urn:microsoft.com/office/officeart/2005/8/layout/orgChart1"/>
    <dgm:cxn modelId="{F788DAD1-D436-4C70-8C91-D74C8F95C5B2}" type="presParOf" srcId="{4DC67111-17F0-46EA-9179-F0E360FAA46F}" destId="{0334A96E-110D-4E2C-BF62-E0D445C164BB}" srcOrd="0" destOrd="0" presId="urn:microsoft.com/office/officeart/2005/8/layout/orgChart1"/>
    <dgm:cxn modelId="{16BCD61D-F92D-4206-8665-7190C9AF4BA5}" type="presParOf" srcId="{4DC67111-17F0-46EA-9179-F0E360FAA46F}" destId="{4D246819-065D-44F3-A5E2-08EA1F0C3FE7}" srcOrd="1" destOrd="0" presId="urn:microsoft.com/office/officeart/2005/8/layout/orgChart1"/>
    <dgm:cxn modelId="{B9352BD0-88F6-424A-AC65-BD300D719AF6}" type="presParOf" srcId="{727F770F-5DB5-419A-BB04-4106596A3A41}" destId="{035A65B1-E063-42A1-94BF-3AB683A85457}" srcOrd="1" destOrd="0" presId="urn:microsoft.com/office/officeart/2005/8/layout/orgChart1"/>
    <dgm:cxn modelId="{0EFD81E5-5EC0-4E0A-B5B0-1226C18352CA}" type="presParOf" srcId="{727F770F-5DB5-419A-BB04-4106596A3A41}" destId="{5628BF9E-910A-41BD-9C76-0D7529F6AC4B}" srcOrd="2" destOrd="0" presId="urn:microsoft.com/office/officeart/2005/8/layout/orgChart1"/>
    <dgm:cxn modelId="{EC04FC5E-CD72-47E1-8733-F7D43C87F5EB}" type="presParOf" srcId="{BF89E455-83EE-4907-85E5-198F6D1A6B7F}" destId="{4F68B0C8-AFBC-441B-8537-48B23703310A}" srcOrd="4" destOrd="0" presId="urn:microsoft.com/office/officeart/2005/8/layout/orgChart1"/>
    <dgm:cxn modelId="{3D43B72C-E98F-40B7-982B-947BA3FFF64E}" type="presParOf" srcId="{BF89E455-83EE-4907-85E5-198F6D1A6B7F}" destId="{F825E775-8F35-4350-9C50-B36E3C864CDA}" srcOrd="5" destOrd="0" presId="urn:microsoft.com/office/officeart/2005/8/layout/orgChart1"/>
    <dgm:cxn modelId="{AFDB2041-1826-48F3-8122-750AEA36875F}" type="presParOf" srcId="{F825E775-8F35-4350-9C50-B36E3C864CDA}" destId="{970A6989-63F0-4A4C-98BF-853E79F3A304}" srcOrd="0" destOrd="0" presId="urn:microsoft.com/office/officeart/2005/8/layout/orgChart1"/>
    <dgm:cxn modelId="{30EF9C31-B340-4993-BA62-C6A2B97EA5B7}" type="presParOf" srcId="{970A6989-63F0-4A4C-98BF-853E79F3A304}" destId="{13CBC2F6-1100-4CCE-B61B-C4597161F83D}" srcOrd="0" destOrd="0" presId="urn:microsoft.com/office/officeart/2005/8/layout/orgChart1"/>
    <dgm:cxn modelId="{08D426BB-67E3-4AD2-B9A8-5E83AD4D4D67}" type="presParOf" srcId="{970A6989-63F0-4A4C-98BF-853E79F3A304}" destId="{850B340C-5B31-4F00-99F1-F1A3554F6850}" srcOrd="1" destOrd="0" presId="urn:microsoft.com/office/officeart/2005/8/layout/orgChart1"/>
    <dgm:cxn modelId="{0A2205C4-C17F-46FB-861A-2166F11D7E98}" type="presParOf" srcId="{F825E775-8F35-4350-9C50-B36E3C864CDA}" destId="{DB4F22A0-D50A-4B29-A640-8F925EF56383}" srcOrd="1" destOrd="0" presId="urn:microsoft.com/office/officeart/2005/8/layout/orgChart1"/>
    <dgm:cxn modelId="{43E53609-3902-4295-B72D-6D87722086EB}" type="presParOf" srcId="{F825E775-8F35-4350-9C50-B36E3C864CDA}" destId="{1E1B2870-B71A-4F9D-B71F-5F9D507474FA}" srcOrd="2" destOrd="0" presId="urn:microsoft.com/office/officeart/2005/8/layout/orgChart1"/>
    <dgm:cxn modelId="{716F9857-8CF2-4A1F-8DB8-EA1F28C55F64}" type="presParOf" srcId="{BF89E455-83EE-4907-85E5-198F6D1A6B7F}" destId="{465E2B19-A30F-447B-B413-C752DB7BFC81}" srcOrd="6" destOrd="0" presId="urn:microsoft.com/office/officeart/2005/8/layout/orgChart1"/>
    <dgm:cxn modelId="{5A0C9294-E6D3-478C-B38C-31AEF327F2FA}" type="presParOf" srcId="{BF89E455-83EE-4907-85E5-198F6D1A6B7F}" destId="{4A06D43B-FC3D-4DDF-8617-661F59A95C17}" srcOrd="7" destOrd="0" presId="urn:microsoft.com/office/officeart/2005/8/layout/orgChart1"/>
    <dgm:cxn modelId="{6421B804-B06D-4F8D-86BE-FF96AB2D51DE}" type="presParOf" srcId="{4A06D43B-FC3D-4DDF-8617-661F59A95C17}" destId="{17E43BFD-1699-4E73-9DE9-4A4CAF531CD1}" srcOrd="0" destOrd="0" presId="urn:microsoft.com/office/officeart/2005/8/layout/orgChart1"/>
    <dgm:cxn modelId="{20337873-2C33-41F2-B1AD-0592E87E948F}" type="presParOf" srcId="{17E43BFD-1699-4E73-9DE9-4A4CAF531CD1}" destId="{968EB1C6-A8EC-4E3A-BE52-4C8EBE71E168}" srcOrd="0" destOrd="0" presId="urn:microsoft.com/office/officeart/2005/8/layout/orgChart1"/>
    <dgm:cxn modelId="{048AD81F-B6BB-4B8B-8B10-6223DBD7D583}" type="presParOf" srcId="{17E43BFD-1699-4E73-9DE9-4A4CAF531CD1}" destId="{FB96827B-BADE-48EA-84DF-44BC8677C729}" srcOrd="1" destOrd="0" presId="urn:microsoft.com/office/officeart/2005/8/layout/orgChart1"/>
    <dgm:cxn modelId="{63714E3E-A554-44C5-B03D-EA46F74419D7}" type="presParOf" srcId="{4A06D43B-FC3D-4DDF-8617-661F59A95C17}" destId="{2C67C7DD-82AF-43CB-B2F5-32C3B63C992E}" srcOrd="1" destOrd="0" presId="urn:microsoft.com/office/officeart/2005/8/layout/orgChart1"/>
    <dgm:cxn modelId="{E5A31663-FBE5-4ADB-897C-D99A41D29C42}" type="presParOf" srcId="{4A06D43B-FC3D-4DDF-8617-661F59A95C17}" destId="{9A452665-B0D6-400F-A47A-A83BB0AA73E6}" srcOrd="2" destOrd="0" presId="urn:microsoft.com/office/officeart/2005/8/layout/orgChart1"/>
    <dgm:cxn modelId="{73E35B18-D406-4027-B514-B377A289F289}" type="presParOf" srcId="{BF89E455-83EE-4907-85E5-198F6D1A6B7F}" destId="{80678624-4D37-4AEA-A741-E37C170C2333}" srcOrd="8" destOrd="0" presId="urn:microsoft.com/office/officeart/2005/8/layout/orgChart1"/>
    <dgm:cxn modelId="{86828251-F489-4E21-B4B2-FD952387007E}" type="presParOf" srcId="{BF89E455-83EE-4907-85E5-198F6D1A6B7F}" destId="{ABCAB7C5-AD73-48D3-8EA6-72BE931FE895}" srcOrd="9" destOrd="0" presId="urn:microsoft.com/office/officeart/2005/8/layout/orgChart1"/>
    <dgm:cxn modelId="{21D284A3-C02D-4601-9CE0-00CF0EB7E371}" type="presParOf" srcId="{ABCAB7C5-AD73-48D3-8EA6-72BE931FE895}" destId="{566B093E-CB34-41DB-8082-70D8B809FDEE}" srcOrd="0" destOrd="0" presId="urn:microsoft.com/office/officeart/2005/8/layout/orgChart1"/>
    <dgm:cxn modelId="{C14C6961-E8BA-4E4F-B5D2-81BEFBFF4EAB}" type="presParOf" srcId="{566B093E-CB34-41DB-8082-70D8B809FDEE}" destId="{6C47F8EB-96BE-4A0C-A4EE-8A3A9A70975B}" srcOrd="0" destOrd="0" presId="urn:microsoft.com/office/officeart/2005/8/layout/orgChart1"/>
    <dgm:cxn modelId="{8F7A47F5-B889-415D-833C-B00696763FCE}" type="presParOf" srcId="{566B093E-CB34-41DB-8082-70D8B809FDEE}" destId="{01CC1355-2723-456F-B613-13BC726A1DCF}" srcOrd="1" destOrd="0" presId="urn:microsoft.com/office/officeart/2005/8/layout/orgChart1"/>
    <dgm:cxn modelId="{D8B1CCEB-633A-45BF-80D4-C5F230AD8127}" type="presParOf" srcId="{ABCAB7C5-AD73-48D3-8EA6-72BE931FE895}" destId="{75EB95EB-776F-49E3-940C-74C2FBE37ADC}" srcOrd="1" destOrd="0" presId="urn:microsoft.com/office/officeart/2005/8/layout/orgChart1"/>
    <dgm:cxn modelId="{0D892BB4-051A-45BB-B3CC-88348E23333D}" type="presParOf" srcId="{ABCAB7C5-AD73-48D3-8EA6-72BE931FE895}" destId="{3BB1CB7E-4AF1-47F9-8B7B-B4679AA9C0DA}" srcOrd="2" destOrd="0" presId="urn:microsoft.com/office/officeart/2005/8/layout/orgChart1"/>
    <dgm:cxn modelId="{A292712C-64EB-457E-A7A9-DB66766440CC}" type="presParOf" srcId="{49AD13C2-8CA0-4395-A73F-73CBEFD1E58A}" destId="{01734D5D-085D-4BD4-87B6-0D579FD7EBD6}" srcOrd="2" destOrd="0" presId="urn:microsoft.com/office/officeart/2005/8/layout/orgChart1"/>
    <dgm:cxn modelId="{87CB6104-2516-478F-B7DB-5AE594F47746}" type="presParOf" srcId="{522F4B47-81AA-4348-912D-BF2AC18E0DD3}" destId="{6C4F83F8-2E4C-4AC0-8F40-97A0362C90B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78624-4D37-4AEA-A741-E37C170C2333}">
      <dsp:nvSpPr>
        <dsp:cNvPr id="0" name=""/>
        <dsp:cNvSpPr/>
      </dsp:nvSpPr>
      <dsp:spPr>
        <a:xfrm>
          <a:off x="7106627" y="2409516"/>
          <a:ext cx="173246" cy="3811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1412"/>
              </a:lnTo>
              <a:lnTo>
                <a:pt x="173246" y="381141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5E2B19-A30F-447B-B413-C752DB7BFC81}">
      <dsp:nvSpPr>
        <dsp:cNvPr id="0" name=""/>
        <dsp:cNvSpPr/>
      </dsp:nvSpPr>
      <dsp:spPr>
        <a:xfrm>
          <a:off x="7106627" y="2409516"/>
          <a:ext cx="173246" cy="29913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1381"/>
              </a:lnTo>
              <a:lnTo>
                <a:pt x="173246" y="299138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68B0C8-AFBC-441B-8537-48B23703310A}">
      <dsp:nvSpPr>
        <dsp:cNvPr id="0" name=""/>
        <dsp:cNvSpPr/>
      </dsp:nvSpPr>
      <dsp:spPr>
        <a:xfrm>
          <a:off x="7106627" y="2409516"/>
          <a:ext cx="173246" cy="21713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1350"/>
              </a:lnTo>
              <a:lnTo>
                <a:pt x="173246" y="217135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EFDC74-05D0-40E9-83AF-69522D6C35D8}">
      <dsp:nvSpPr>
        <dsp:cNvPr id="0" name=""/>
        <dsp:cNvSpPr/>
      </dsp:nvSpPr>
      <dsp:spPr>
        <a:xfrm>
          <a:off x="7106627" y="2409516"/>
          <a:ext cx="173246" cy="13513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1318"/>
              </a:lnTo>
              <a:lnTo>
                <a:pt x="173246" y="135131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F622E0-6AB8-4184-8C9A-C108ABF54E0B}">
      <dsp:nvSpPr>
        <dsp:cNvPr id="0" name=""/>
        <dsp:cNvSpPr/>
      </dsp:nvSpPr>
      <dsp:spPr>
        <a:xfrm>
          <a:off x="7106627" y="2409516"/>
          <a:ext cx="173246" cy="531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1287"/>
              </a:lnTo>
              <a:lnTo>
                <a:pt x="173246" y="53128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771DC9-53EF-4F7C-A708-AB3296A9D175}">
      <dsp:nvSpPr>
        <dsp:cNvPr id="0" name=""/>
        <dsp:cNvSpPr/>
      </dsp:nvSpPr>
      <dsp:spPr>
        <a:xfrm>
          <a:off x="4074822" y="1589485"/>
          <a:ext cx="3493794" cy="2425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272"/>
              </a:lnTo>
              <a:lnTo>
                <a:pt x="3493794" y="121272"/>
              </a:lnTo>
              <a:lnTo>
                <a:pt x="3493794" y="24254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06261F-BE95-4392-817E-F9853961B7E7}">
      <dsp:nvSpPr>
        <dsp:cNvPr id="0" name=""/>
        <dsp:cNvSpPr/>
      </dsp:nvSpPr>
      <dsp:spPr>
        <a:xfrm>
          <a:off x="5709109" y="2409516"/>
          <a:ext cx="173246" cy="5077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7713"/>
              </a:lnTo>
              <a:lnTo>
                <a:pt x="173246" y="5077713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F401A1-9746-4613-BB38-398548D68A86}">
      <dsp:nvSpPr>
        <dsp:cNvPr id="0" name=""/>
        <dsp:cNvSpPr/>
      </dsp:nvSpPr>
      <dsp:spPr>
        <a:xfrm>
          <a:off x="5709109" y="2409516"/>
          <a:ext cx="173246" cy="4452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52991"/>
              </a:lnTo>
              <a:lnTo>
                <a:pt x="173246" y="445299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503B89-EEC2-4674-BE0D-C7AA49EA4C51}">
      <dsp:nvSpPr>
        <dsp:cNvPr id="0" name=""/>
        <dsp:cNvSpPr/>
      </dsp:nvSpPr>
      <dsp:spPr>
        <a:xfrm>
          <a:off x="5709109" y="2409516"/>
          <a:ext cx="173246" cy="38831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83133"/>
              </a:lnTo>
              <a:lnTo>
                <a:pt x="173246" y="3883133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523A63-8AE8-4FF3-8F4D-9A2CB75B9BAA}">
      <dsp:nvSpPr>
        <dsp:cNvPr id="0" name=""/>
        <dsp:cNvSpPr/>
      </dsp:nvSpPr>
      <dsp:spPr>
        <a:xfrm>
          <a:off x="5709109" y="2409516"/>
          <a:ext cx="173246" cy="32767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76700"/>
              </a:lnTo>
              <a:lnTo>
                <a:pt x="173246" y="327670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D4240C-1982-4419-A5DB-ACC9A0EB01AC}">
      <dsp:nvSpPr>
        <dsp:cNvPr id="0" name=""/>
        <dsp:cNvSpPr/>
      </dsp:nvSpPr>
      <dsp:spPr>
        <a:xfrm>
          <a:off x="5709109" y="2409516"/>
          <a:ext cx="173246" cy="25788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8827"/>
              </a:lnTo>
              <a:lnTo>
                <a:pt x="173246" y="257882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2CC80-D440-4741-A6EE-A94011D565B4}">
      <dsp:nvSpPr>
        <dsp:cNvPr id="0" name=""/>
        <dsp:cNvSpPr/>
      </dsp:nvSpPr>
      <dsp:spPr>
        <a:xfrm>
          <a:off x="5709109" y="2409516"/>
          <a:ext cx="173246" cy="18992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9244"/>
              </a:lnTo>
              <a:lnTo>
                <a:pt x="173246" y="189924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D5C4BC-2085-439E-A643-C865B216E920}">
      <dsp:nvSpPr>
        <dsp:cNvPr id="0" name=""/>
        <dsp:cNvSpPr/>
      </dsp:nvSpPr>
      <dsp:spPr>
        <a:xfrm>
          <a:off x="5709109" y="2409516"/>
          <a:ext cx="173246" cy="1256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6235"/>
              </a:lnTo>
              <a:lnTo>
                <a:pt x="173246" y="125623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5E1CAA-A399-438F-98D5-1AE8D848F0CA}">
      <dsp:nvSpPr>
        <dsp:cNvPr id="0" name=""/>
        <dsp:cNvSpPr/>
      </dsp:nvSpPr>
      <dsp:spPr>
        <a:xfrm>
          <a:off x="5709109" y="2409516"/>
          <a:ext cx="173246" cy="5188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8857"/>
              </a:lnTo>
              <a:lnTo>
                <a:pt x="173246" y="51885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478D9B-B3F2-4CF7-983D-4F524607BDEB}">
      <dsp:nvSpPr>
        <dsp:cNvPr id="0" name=""/>
        <dsp:cNvSpPr/>
      </dsp:nvSpPr>
      <dsp:spPr>
        <a:xfrm>
          <a:off x="4074822" y="1589485"/>
          <a:ext cx="2096276" cy="2425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272"/>
              </a:lnTo>
              <a:lnTo>
                <a:pt x="2096276" y="121272"/>
              </a:lnTo>
              <a:lnTo>
                <a:pt x="2096276" y="24254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E6F7EC-E72A-4055-81BB-465D5F13136C}">
      <dsp:nvSpPr>
        <dsp:cNvPr id="0" name=""/>
        <dsp:cNvSpPr/>
      </dsp:nvSpPr>
      <dsp:spPr>
        <a:xfrm>
          <a:off x="4311591" y="2409516"/>
          <a:ext cx="173246" cy="13513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1318"/>
              </a:lnTo>
              <a:lnTo>
                <a:pt x="173246" y="135131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FE998C-FCBA-4346-9804-31DA7517A7CE}">
      <dsp:nvSpPr>
        <dsp:cNvPr id="0" name=""/>
        <dsp:cNvSpPr/>
      </dsp:nvSpPr>
      <dsp:spPr>
        <a:xfrm>
          <a:off x="4311591" y="2409516"/>
          <a:ext cx="173246" cy="531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1287"/>
              </a:lnTo>
              <a:lnTo>
                <a:pt x="173246" y="53128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154FB7-77BF-4CE0-8DF5-8BC851814B5D}">
      <dsp:nvSpPr>
        <dsp:cNvPr id="0" name=""/>
        <dsp:cNvSpPr/>
      </dsp:nvSpPr>
      <dsp:spPr>
        <a:xfrm>
          <a:off x="4074822" y="1589485"/>
          <a:ext cx="698758" cy="2425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272"/>
              </a:lnTo>
              <a:lnTo>
                <a:pt x="698758" y="121272"/>
              </a:lnTo>
              <a:lnTo>
                <a:pt x="698758" y="24254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E9BF4-1946-4182-A7D7-4CEE73261E28}">
      <dsp:nvSpPr>
        <dsp:cNvPr id="0" name=""/>
        <dsp:cNvSpPr/>
      </dsp:nvSpPr>
      <dsp:spPr>
        <a:xfrm>
          <a:off x="2914073" y="2409516"/>
          <a:ext cx="173246" cy="7873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7322"/>
              </a:lnTo>
              <a:lnTo>
                <a:pt x="173246" y="7873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6559C2-99EF-4596-A990-1CBA4733DF1C}">
      <dsp:nvSpPr>
        <dsp:cNvPr id="0" name=""/>
        <dsp:cNvSpPr/>
      </dsp:nvSpPr>
      <dsp:spPr>
        <a:xfrm>
          <a:off x="3376063" y="1589485"/>
          <a:ext cx="698758" cy="242544"/>
        </a:xfrm>
        <a:custGeom>
          <a:avLst/>
          <a:gdLst/>
          <a:ahLst/>
          <a:cxnLst/>
          <a:rect l="0" t="0" r="0" b="0"/>
          <a:pathLst>
            <a:path>
              <a:moveTo>
                <a:pt x="698758" y="0"/>
              </a:moveTo>
              <a:lnTo>
                <a:pt x="698758" y="121272"/>
              </a:lnTo>
              <a:lnTo>
                <a:pt x="0" y="121272"/>
              </a:lnTo>
              <a:lnTo>
                <a:pt x="0" y="24254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0DDCE7-C0E1-4B55-B684-8AE4F6790951}">
      <dsp:nvSpPr>
        <dsp:cNvPr id="0" name=""/>
        <dsp:cNvSpPr/>
      </dsp:nvSpPr>
      <dsp:spPr>
        <a:xfrm>
          <a:off x="1516556" y="2409516"/>
          <a:ext cx="173246" cy="3811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1412"/>
              </a:lnTo>
              <a:lnTo>
                <a:pt x="173246" y="381141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413619-7261-470B-9E84-A47628308C16}">
      <dsp:nvSpPr>
        <dsp:cNvPr id="0" name=""/>
        <dsp:cNvSpPr/>
      </dsp:nvSpPr>
      <dsp:spPr>
        <a:xfrm>
          <a:off x="1516556" y="2409516"/>
          <a:ext cx="173246" cy="29913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1381"/>
              </a:lnTo>
              <a:lnTo>
                <a:pt x="173246" y="299138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CA5A9A-4DD5-47B8-8C4A-5399BE347D6F}">
      <dsp:nvSpPr>
        <dsp:cNvPr id="0" name=""/>
        <dsp:cNvSpPr/>
      </dsp:nvSpPr>
      <dsp:spPr>
        <a:xfrm>
          <a:off x="1516556" y="2409516"/>
          <a:ext cx="173246" cy="21713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1350"/>
              </a:lnTo>
              <a:lnTo>
                <a:pt x="173246" y="217135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08CC28-72C8-418D-B309-375E8C5978EA}">
      <dsp:nvSpPr>
        <dsp:cNvPr id="0" name=""/>
        <dsp:cNvSpPr/>
      </dsp:nvSpPr>
      <dsp:spPr>
        <a:xfrm>
          <a:off x="1516556" y="2409516"/>
          <a:ext cx="173246" cy="13513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1318"/>
              </a:lnTo>
              <a:lnTo>
                <a:pt x="173246" y="135131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9BA71-4376-44B1-A7A8-3076BE963897}">
      <dsp:nvSpPr>
        <dsp:cNvPr id="0" name=""/>
        <dsp:cNvSpPr/>
      </dsp:nvSpPr>
      <dsp:spPr>
        <a:xfrm>
          <a:off x="1516556" y="2409516"/>
          <a:ext cx="173246" cy="531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1287"/>
              </a:lnTo>
              <a:lnTo>
                <a:pt x="173246" y="53128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D27FA0-72BA-41F1-A667-E4ABBC963AD9}">
      <dsp:nvSpPr>
        <dsp:cNvPr id="0" name=""/>
        <dsp:cNvSpPr/>
      </dsp:nvSpPr>
      <dsp:spPr>
        <a:xfrm>
          <a:off x="1978545" y="1589485"/>
          <a:ext cx="2096276" cy="242544"/>
        </a:xfrm>
        <a:custGeom>
          <a:avLst/>
          <a:gdLst/>
          <a:ahLst/>
          <a:cxnLst/>
          <a:rect l="0" t="0" r="0" b="0"/>
          <a:pathLst>
            <a:path>
              <a:moveTo>
                <a:pt x="2096276" y="0"/>
              </a:moveTo>
              <a:lnTo>
                <a:pt x="2096276" y="121272"/>
              </a:lnTo>
              <a:lnTo>
                <a:pt x="0" y="121272"/>
              </a:lnTo>
              <a:lnTo>
                <a:pt x="0" y="24254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C54D4-D8B5-467B-AADE-D6B17F7A8C92}">
      <dsp:nvSpPr>
        <dsp:cNvPr id="0" name=""/>
        <dsp:cNvSpPr/>
      </dsp:nvSpPr>
      <dsp:spPr>
        <a:xfrm>
          <a:off x="119038" y="2409516"/>
          <a:ext cx="173246" cy="29913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1381"/>
              </a:lnTo>
              <a:lnTo>
                <a:pt x="173246" y="299138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18C59B-4C46-4177-BB66-8B7BDF6B4689}">
      <dsp:nvSpPr>
        <dsp:cNvPr id="0" name=""/>
        <dsp:cNvSpPr/>
      </dsp:nvSpPr>
      <dsp:spPr>
        <a:xfrm>
          <a:off x="119038" y="2409516"/>
          <a:ext cx="173246" cy="21713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1350"/>
              </a:lnTo>
              <a:lnTo>
                <a:pt x="173246" y="217135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3B854C-F735-440A-9471-962A549768ED}">
      <dsp:nvSpPr>
        <dsp:cNvPr id="0" name=""/>
        <dsp:cNvSpPr/>
      </dsp:nvSpPr>
      <dsp:spPr>
        <a:xfrm>
          <a:off x="119038" y="2409516"/>
          <a:ext cx="173246" cy="13513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1318"/>
              </a:lnTo>
              <a:lnTo>
                <a:pt x="173246" y="135131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69F54E-C2E5-43FD-8600-EF140DB96C89}">
      <dsp:nvSpPr>
        <dsp:cNvPr id="0" name=""/>
        <dsp:cNvSpPr/>
      </dsp:nvSpPr>
      <dsp:spPr>
        <a:xfrm>
          <a:off x="119038" y="2409516"/>
          <a:ext cx="173246" cy="531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1287"/>
              </a:lnTo>
              <a:lnTo>
                <a:pt x="173246" y="53128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645D4E-E1D8-48D3-853E-C306A845499C}">
      <dsp:nvSpPr>
        <dsp:cNvPr id="0" name=""/>
        <dsp:cNvSpPr/>
      </dsp:nvSpPr>
      <dsp:spPr>
        <a:xfrm>
          <a:off x="581027" y="1589485"/>
          <a:ext cx="3493794" cy="242544"/>
        </a:xfrm>
        <a:custGeom>
          <a:avLst/>
          <a:gdLst/>
          <a:ahLst/>
          <a:cxnLst/>
          <a:rect l="0" t="0" r="0" b="0"/>
          <a:pathLst>
            <a:path>
              <a:moveTo>
                <a:pt x="3493794" y="0"/>
              </a:moveTo>
              <a:lnTo>
                <a:pt x="3493794" y="121272"/>
              </a:lnTo>
              <a:lnTo>
                <a:pt x="0" y="121272"/>
              </a:lnTo>
              <a:lnTo>
                <a:pt x="0" y="24254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09758-2A59-4045-BE26-7DAB10D26F2E}">
      <dsp:nvSpPr>
        <dsp:cNvPr id="0" name=""/>
        <dsp:cNvSpPr/>
      </dsp:nvSpPr>
      <dsp:spPr>
        <a:xfrm>
          <a:off x="2253284" y="1250546"/>
          <a:ext cx="3643075" cy="3389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 dirty="0"/>
            <a:t>FUNDAMENTOS DE LA ANIMACIÓN</a:t>
          </a:r>
          <a:endParaRPr lang="es-MX" sz="1200" kern="1200" dirty="0"/>
        </a:p>
      </dsp:txBody>
      <dsp:txXfrm>
        <a:off x="2253284" y="1250546"/>
        <a:ext cx="3643075" cy="338938"/>
      </dsp:txXfrm>
    </dsp:sp>
    <dsp:sp modelId="{0BBE755E-4FD8-44C4-AE54-B5C6EE162BA4}">
      <dsp:nvSpPr>
        <dsp:cNvPr id="0" name=""/>
        <dsp:cNvSpPr/>
      </dsp:nvSpPr>
      <dsp:spPr>
        <a:xfrm>
          <a:off x="3540" y="1832029"/>
          <a:ext cx="1154973" cy="5774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Historia</a:t>
          </a:r>
          <a:endParaRPr lang="es-MX" sz="1200" kern="1200"/>
        </a:p>
      </dsp:txBody>
      <dsp:txXfrm>
        <a:off x="3540" y="1832029"/>
        <a:ext cx="1154973" cy="577486"/>
      </dsp:txXfrm>
    </dsp:sp>
    <dsp:sp modelId="{5BEFF83A-1193-4E0E-BEBE-2C6E37B7C9BF}">
      <dsp:nvSpPr>
        <dsp:cNvPr id="0" name=""/>
        <dsp:cNvSpPr/>
      </dsp:nvSpPr>
      <dsp:spPr>
        <a:xfrm>
          <a:off x="292284" y="2652060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Antecedentes prehistóricos</a:t>
          </a:r>
        </a:p>
      </dsp:txBody>
      <dsp:txXfrm>
        <a:off x="292284" y="2652060"/>
        <a:ext cx="1154973" cy="577486"/>
      </dsp:txXfrm>
    </dsp:sp>
    <dsp:sp modelId="{69BEEAAA-BB7D-449D-923F-3AEECAAC77FD}">
      <dsp:nvSpPr>
        <dsp:cNvPr id="0" name=""/>
        <dsp:cNvSpPr/>
      </dsp:nvSpPr>
      <dsp:spPr>
        <a:xfrm>
          <a:off x="292284" y="3472092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Dispositivos ópticos</a:t>
          </a:r>
        </a:p>
      </dsp:txBody>
      <dsp:txXfrm>
        <a:off x="292284" y="3472092"/>
        <a:ext cx="1154973" cy="577486"/>
      </dsp:txXfrm>
    </dsp:sp>
    <dsp:sp modelId="{065828B5-BFE1-45BA-BFA8-B6FD89A287B6}">
      <dsp:nvSpPr>
        <dsp:cNvPr id="0" name=""/>
        <dsp:cNvSpPr/>
      </dsp:nvSpPr>
      <dsp:spPr>
        <a:xfrm>
          <a:off x="292284" y="4292123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Cine animado</a:t>
          </a:r>
        </a:p>
      </dsp:txBody>
      <dsp:txXfrm>
        <a:off x="292284" y="4292123"/>
        <a:ext cx="1154973" cy="577486"/>
      </dsp:txXfrm>
    </dsp:sp>
    <dsp:sp modelId="{A1D71111-5322-475E-8851-7AA57FFA9718}">
      <dsp:nvSpPr>
        <dsp:cNvPr id="0" name=""/>
        <dsp:cNvSpPr/>
      </dsp:nvSpPr>
      <dsp:spPr>
        <a:xfrm>
          <a:off x="292284" y="5112154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Animación digital e IA</a:t>
          </a:r>
        </a:p>
      </dsp:txBody>
      <dsp:txXfrm>
        <a:off x="292284" y="5112154"/>
        <a:ext cx="1154973" cy="577486"/>
      </dsp:txXfrm>
    </dsp:sp>
    <dsp:sp modelId="{D179234F-362A-4735-AB78-C00578B868FB}">
      <dsp:nvSpPr>
        <dsp:cNvPr id="0" name=""/>
        <dsp:cNvSpPr/>
      </dsp:nvSpPr>
      <dsp:spPr>
        <a:xfrm>
          <a:off x="1401058" y="1832029"/>
          <a:ext cx="1154973" cy="5774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Técnicas</a:t>
          </a:r>
          <a:endParaRPr lang="es-MX" sz="1200" kern="1200"/>
        </a:p>
      </dsp:txBody>
      <dsp:txXfrm>
        <a:off x="1401058" y="1832029"/>
        <a:ext cx="1154973" cy="577486"/>
      </dsp:txXfrm>
    </dsp:sp>
    <dsp:sp modelId="{14ADFD3D-3493-44AA-9776-1BBA506F0657}">
      <dsp:nvSpPr>
        <dsp:cNvPr id="0" name=""/>
        <dsp:cNvSpPr/>
      </dsp:nvSpPr>
      <dsp:spPr>
        <a:xfrm>
          <a:off x="1689802" y="2652060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Tradicional</a:t>
          </a:r>
        </a:p>
      </dsp:txBody>
      <dsp:txXfrm>
        <a:off x="1689802" y="2652060"/>
        <a:ext cx="1154973" cy="577486"/>
      </dsp:txXfrm>
    </dsp:sp>
    <dsp:sp modelId="{EBD05960-D44E-4212-AB08-94015CD57D00}">
      <dsp:nvSpPr>
        <dsp:cNvPr id="0" name=""/>
        <dsp:cNvSpPr/>
      </dsp:nvSpPr>
      <dsp:spPr>
        <a:xfrm>
          <a:off x="1689802" y="3472092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i="1" kern="1200"/>
            <a:t>2D</a:t>
          </a:r>
          <a:endParaRPr lang="es-MX" sz="1200" kern="1200"/>
        </a:p>
      </dsp:txBody>
      <dsp:txXfrm>
        <a:off x="1689802" y="3472092"/>
        <a:ext cx="1154973" cy="577486"/>
      </dsp:txXfrm>
    </dsp:sp>
    <dsp:sp modelId="{15BFB8D6-AC23-4D7F-9EF5-D676C5FF89AF}">
      <dsp:nvSpPr>
        <dsp:cNvPr id="0" name=""/>
        <dsp:cNvSpPr/>
      </dsp:nvSpPr>
      <dsp:spPr>
        <a:xfrm>
          <a:off x="1689802" y="4292123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i="1" kern="1200"/>
            <a:t>Stop Motion</a:t>
          </a:r>
          <a:endParaRPr lang="es-MX" sz="1200" kern="1200"/>
        </a:p>
      </dsp:txBody>
      <dsp:txXfrm>
        <a:off x="1689802" y="4292123"/>
        <a:ext cx="1154973" cy="577486"/>
      </dsp:txXfrm>
    </dsp:sp>
    <dsp:sp modelId="{BCC7F215-CBCF-4DA5-9647-6DCD6D2A6D13}">
      <dsp:nvSpPr>
        <dsp:cNvPr id="0" name=""/>
        <dsp:cNvSpPr/>
      </dsp:nvSpPr>
      <dsp:spPr>
        <a:xfrm>
          <a:off x="1689802" y="5112154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i="1" kern="1200"/>
            <a:t>Motion Graphics</a:t>
          </a:r>
          <a:endParaRPr lang="es-MX" sz="1200" kern="1200"/>
        </a:p>
      </dsp:txBody>
      <dsp:txXfrm>
        <a:off x="1689802" y="5112154"/>
        <a:ext cx="1154973" cy="577486"/>
      </dsp:txXfrm>
    </dsp:sp>
    <dsp:sp modelId="{93B7742B-29B5-4490-B296-8DB43569E122}">
      <dsp:nvSpPr>
        <dsp:cNvPr id="0" name=""/>
        <dsp:cNvSpPr/>
      </dsp:nvSpPr>
      <dsp:spPr>
        <a:xfrm>
          <a:off x="1689802" y="5932185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i="1" kern="1200"/>
            <a:t>3D</a:t>
          </a:r>
          <a:endParaRPr lang="es-MX" sz="1200" kern="1200"/>
        </a:p>
      </dsp:txBody>
      <dsp:txXfrm>
        <a:off x="1689802" y="5932185"/>
        <a:ext cx="1154973" cy="577486"/>
      </dsp:txXfrm>
    </dsp:sp>
    <dsp:sp modelId="{2F2E2730-2A08-418D-9EEC-D9D8928C795C}">
      <dsp:nvSpPr>
        <dsp:cNvPr id="0" name=""/>
        <dsp:cNvSpPr/>
      </dsp:nvSpPr>
      <dsp:spPr>
        <a:xfrm>
          <a:off x="2798576" y="1832029"/>
          <a:ext cx="1154973" cy="5774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Principios</a:t>
          </a:r>
          <a:endParaRPr lang="es-MX" sz="1200" kern="1200"/>
        </a:p>
      </dsp:txBody>
      <dsp:txXfrm>
        <a:off x="2798576" y="1832029"/>
        <a:ext cx="1154973" cy="577486"/>
      </dsp:txXfrm>
    </dsp:sp>
    <dsp:sp modelId="{476B2BD4-CF8A-432E-BEB1-CA03BEFCEA29}">
      <dsp:nvSpPr>
        <dsp:cNvPr id="0" name=""/>
        <dsp:cNvSpPr/>
      </dsp:nvSpPr>
      <dsp:spPr>
        <a:xfrm>
          <a:off x="3087320" y="2652060"/>
          <a:ext cx="1154973" cy="108955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12 principios clásicos (realismo y expresividad)</a:t>
          </a:r>
        </a:p>
      </dsp:txBody>
      <dsp:txXfrm>
        <a:off x="3087320" y="2652060"/>
        <a:ext cx="1154973" cy="1089555"/>
      </dsp:txXfrm>
    </dsp:sp>
    <dsp:sp modelId="{5A075C05-7F9A-4877-B50A-BBB4FFD77C37}">
      <dsp:nvSpPr>
        <dsp:cNvPr id="0" name=""/>
        <dsp:cNvSpPr/>
      </dsp:nvSpPr>
      <dsp:spPr>
        <a:xfrm>
          <a:off x="4196094" y="1832029"/>
          <a:ext cx="1154973" cy="5774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Imagen digital</a:t>
          </a:r>
          <a:endParaRPr lang="es-MX" sz="1200" kern="1200"/>
        </a:p>
      </dsp:txBody>
      <dsp:txXfrm>
        <a:off x="4196094" y="1832029"/>
        <a:ext cx="1154973" cy="577486"/>
      </dsp:txXfrm>
    </dsp:sp>
    <dsp:sp modelId="{F2667B79-CF1F-463E-A131-3CE0A65387A7}">
      <dsp:nvSpPr>
        <dsp:cNvPr id="0" name=""/>
        <dsp:cNvSpPr/>
      </dsp:nvSpPr>
      <dsp:spPr>
        <a:xfrm>
          <a:off x="4484837" y="2652060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Representación en píxeles</a:t>
          </a:r>
        </a:p>
      </dsp:txBody>
      <dsp:txXfrm>
        <a:off x="4484837" y="2652060"/>
        <a:ext cx="1154973" cy="577486"/>
      </dsp:txXfrm>
    </dsp:sp>
    <dsp:sp modelId="{A0D01B12-6B17-4016-B664-F06476356314}">
      <dsp:nvSpPr>
        <dsp:cNvPr id="0" name=""/>
        <dsp:cNvSpPr/>
      </dsp:nvSpPr>
      <dsp:spPr>
        <a:xfrm>
          <a:off x="4484837" y="3472092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Atributos técnicos</a:t>
          </a:r>
        </a:p>
      </dsp:txBody>
      <dsp:txXfrm>
        <a:off x="4484837" y="3472092"/>
        <a:ext cx="1154973" cy="577486"/>
      </dsp:txXfrm>
    </dsp:sp>
    <dsp:sp modelId="{3FCDC023-57C5-478F-8059-5FC9461DB520}">
      <dsp:nvSpPr>
        <dsp:cNvPr id="0" name=""/>
        <dsp:cNvSpPr/>
      </dsp:nvSpPr>
      <dsp:spPr>
        <a:xfrm>
          <a:off x="5593612" y="1832029"/>
          <a:ext cx="1154973" cy="5774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Formatos</a:t>
          </a:r>
          <a:endParaRPr lang="es-MX" sz="1200" kern="1200"/>
        </a:p>
      </dsp:txBody>
      <dsp:txXfrm>
        <a:off x="5593612" y="1832029"/>
        <a:ext cx="1154973" cy="577486"/>
      </dsp:txXfrm>
    </dsp:sp>
    <dsp:sp modelId="{19E60112-0FB5-47B1-8139-F93F6FA143CE}">
      <dsp:nvSpPr>
        <dsp:cNvPr id="0" name=""/>
        <dsp:cNvSpPr/>
      </dsp:nvSpPr>
      <dsp:spPr>
        <a:xfrm>
          <a:off x="5882355" y="2652060"/>
          <a:ext cx="1154973" cy="5526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JPG </a:t>
          </a:r>
        </a:p>
      </dsp:txBody>
      <dsp:txXfrm>
        <a:off x="5882355" y="2652060"/>
        <a:ext cx="1154973" cy="552625"/>
      </dsp:txXfrm>
    </dsp:sp>
    <dsp:sp modelId="{D928AC06-D3C6-453F-87A2-144E0B0B8347}">
      <dsp:nvSpPr>
        <dsp:cNvPr id="0" name=""/>
        <dsp:cNvSpPr/>
      </dsp:nvSpPr>
      <dsp:spPr>
        <a:xfrm>
          <a:off x="5882355" y="3447231"/>
          <a:ext cx="1154973" cy="4370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GIF </a:t>
          </a:r>
        </a:p>
      </dsp:txBody>
      <dsp:txXfrm>
        <a:off x="5882355" y="3447231"/>
        <a:ext cx="1154973" cy="437041"/>
      </dsp:txXfrm>
    </dsp:sp>
    <dsp:sp modelId="{B089AEF8-EE2D-44F3-934D-3EA9F6D77D04}">
      <dsp:nvSpPr>
        <dsp:cNvPr id="0" name=""/>
        <dsp:cNvSpPr/>
      </dsp:nvSpPr>
      <dsp:spPr>
        <a:xfrm>
          <a:off x="5882355" y="4126817"/>
          <a:ext cx="1154973" cy="36388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PNG </a:t>
          </a:r>
        </a:p>
      </dsp:txBody>
      <dsp:txXfrm>
        <a:off x="5882355" y="4126817"/>
        <a:ext cx="1154973" cy="363885"/>
      </dsp:txXfrm>
    </dsp:sp>
    <dsp:sp modelId="{07479BD3-2AD1-42E2-9E0E-943CC1FCE288}">
      <dsp:nvSpPr>
        <dsp:cNvPr id="0" name=""/>
        <dsp:cNvSpPr/>
      </dsp:nvSpPr>
      <dsp:spPr>
        <a:xfrm>
          <a:off x="5882355" y="4733247"/>
          <a:ext cx="1154973" cy="51019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BMP </a:t>
          </a:r>
        </a:p>
      </dsp:txBody>
      <dsp:txXfrm>
        <a:off x="5882355" y="4733247"/>
        <a:ext cx="1154973" cy="510192"/>
      </dsp:txXfrm>
    </dsp:sp>
    <dsp:sp modelId="{ED92629C-4E07-4664-8ABE-D8C851430C19}">
      <dsp:nvSpPr>
        <dsp:cNvPr id="0" name=""/>
        <dsp:cNvSpPr/>
      </dsp:nvSpPr>
      <dsp:spPr>
        <a:xfrm>
          <a:off x="5882355" y="5485984"/>
          <a:ext cx="1154973" cy="4004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TIFF </a:t>
          </a:r>
        </a:p>
      </dsp:txBody>
      <dsp:txXfrm>
        <a:off x="5882355" y="5485984"/>
        <a:ext cx="1154973" cy="400463"/>
      </dsp:txXfrm>
    </dsp:sp>
    <dsp:sp modelId="{A16CC26E-DB5C-4F84-8F66-464102DB786C}">
      <dsp:nvSpPr>
        <dsp:cNvPr id="0" name=""/>
        <dsp:cNvSpPr/>
      </dsp:nvSpPr>
      <dsp:spPr>
        <a:xfrm>
          <a:off x="5882355" y="6128992"/>
          <a:ext cx="1154973" cy="32731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PSD </a:t>
          </a:r>
        </a:p>
      </dsp:txBody>
      <dsp:txXfrm>
        <a:off x="5882355" y="6128992"/>
        <a:ext cx="1154973" cy="327313"/>
      </dsp:txXfrm>
    </dsp:sp>
    <dsp:sp modelId="{E63B1F46-2B41-409E-898D-984F6B92246B}">
      <dsp:nvSpPr>
        <dsp:cNvPr id="0" name=""/>
        <dsp:cNvSpPr/>
      </dsp:nvSpPr>
      <dsp:spPr>
        <a:xfrm>
          <a:off x="5882355" y="6698851"/>
          <a:ext cx="1154973" cy="32731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RAW</a:t>
          </a:r>
        </a:p>
      </dsp:txBody>
      <dsp:txXfrm>
        <a:off x="5882355" y="6698851"/>
        <a:ext cx="1154973" cy="327313"/>
      </dsp:txXfrm>
    </dsp:sp>
    <dsp:sp modelId="{3AAB593B-B40D-4348-A58D-6E0DC9875DF9}">
      <dsp:nvSpPr>
        <dsp:cNvPr id="0" name=""/>
        <dsp:cNvSpPr/>
      </dsp:nvSpPr>
      <dsp:spPr>
        <a:xfrm>
          <a:off x="5882355" y="7268709"/>
          <a:ext cx="1154973" cy="4370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PDF</a:t>
          </a:r>
        </a:p>
      </dsp:txBody>
      <dsp:txXfrm>
        <a:off x="5882355" y="7268709"/>
        <a:ext cx="1154973" cy="437041"/>
      </dsp:txXfrm>
    </dsp:sp>
    <dsp:sp modelId="{6F334646-AAB0-4E11-B50E-E9A44871DAE3}">
      <dsp:nvSpPr>
        <dsp:cNvPr id="0" name=""/>
        <dsp:cNvSpPr/>
      </dsp:nvSpPr>
      <dsp:spPr>
        <a:xfrm>
          <a:off x="6991130" y="1832029"/>
          <a:ext cx="1154973" cy="5774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Tendencias</a:t>
          </a:r>
          <a:endParaRPr lang="es-MX" sz="1200" kern="1200"/>
        </a:p>
      </dsp:txBody>
      <dsp:txXfrm>
        <a:off x="6991130" y="1832029"/>
        <a:ext cx="1154973" cy="577486"/>
      </dsp:txXfrm>
    </dsp:sp>
    <dsp:sp modelId="{BC64F0C3-6E37-483B-AC65-5FF4955B0A46}">
      <dsp:nvSpPr>
        <dsp:cNvPr id="0" name=""/>
        <dsp:cNvSpPr/>
      </dsp:nvSpPr>
      <dsp:spPr>
        <a:xfrm>
          <a:off x="7279873" y="2652060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Fondos animados</a:t>
          </a:r>
        </a:p>
      </dsp:txBody>
      <dsp:txXfrm>
        <a:off x="7279873" y="2652060"/>
        <a:ext cx="1154973" cy="577486"/>
      </dsp:txXfrm>
    </dsp:sp>
    <dsp:sp modelId="{0334A96E-110D-4E2C-BF62-E0D445C164BB}">
      <dsp:nvSpPr>
        <dsp:cNvPr id="0" name=""/>
        <dsp:cNvSpPr/>
      </dsp:nvSpPr>
      <dsp:spPr>
        <a:xfrm>
          <a:off x="7279873" y="3472092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Logos animados</a:t>
          </a:r>
        </a:p>
      </dsp:txBody>
      <dsp:txXfrm>
        <a:off x="7279873" y="3472092"/>
        <a:ext cx="1154973" cy="577486"/>
      </dsp:txXfrm>
    </dsp:sp>
    <dsp:sp modelId="{13CBC2F6-1100-4CCE-B61B-C4597161F83D}">
      <dsp:nvSpPr>
        <dsp:cNvPr id="0" name=""/>
        <dsp:cNvSpPr/>
      </dsp:nvSpPr>
      <dsp:spPr>
        <a:xfrm>
          <a:off x="7279873" y="4292123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Infografías</a:t>
          </a:r>
        </a:p>
      </dsp:txBody>
      <dsp:txXfrm>
        <a:off x="7279873" y="4292123"/>
        <a:ext cx="1154973" cy="577486"/>
      </dsp:txXfrm>
    </dsp:sp>
    <dsp:sp modelId="{968EB1C6-A8EC-4E3A-BE52-4C8EBE71E168}">
      <dsp:nvSpPr>
        <dsp:cNvPr id="0" name=""/>
        <dsp:cNvSpPr/>
      </dsp:nvSpPr>
      <dsp:spPr>
        <a:xfrm>
          <a:off x="7279873" y="5112154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i="1" kern="1200"/>
            <a:t>Live Data</a:t>
          </a:r>
          <a:endParaRPr lang="es-MX" sz="1200" kern="1200"/>
        </a:p>
      </dsp:txBody>
      <dsp:txXfrm>
        <a:off x="7279873" y="5112154"/>
        <a:ext cx="1154973" cy="577486"/>
      </dsp:txXfrm>
    </dsp:sp>
    <dsp:sp modelId="{6C47F8EB-96BE-4A0C-A4EE-8A3A9A70975B}">
      <dsp:nvSpPr>
        <dsp:cNvPr id="0" name=""/>
        <dsp:cNvSpPr/>
      </dsp:nvSpPr>
      <dsp:spPr>
        <a:xfrm>
          <a:off x="7279873" y="5932185"/>
          <a:ext cx="1154973" cy="577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Texto en movimiento</a:t>
          </a:r>
        </a:p>
      </dsp:txBody>
      <dsp:txXfrm>
        <a:off x="7279873" y="5932185"/>
        <a:ext cx="1154973" cy="577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4AC5-FD1B-8592-E08E-AE1743D58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03807-472F-2B3A-CDAB-94191DAD5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A6FC5-D3AD-8688-1BD3-74F7D85EB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70EF-8435-46BA-8B21-8119ED9CF5BF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7A408-6500-4599-E032-DCD0F4344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5C5A7-83F4-0CA9-A505-9EC97417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A681-399F-48C0-9CAF-6D67CC3C62A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508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59F9-0148-607F-A2AF-1E3DBFED2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4A95D-062B-FA3B-3E61-1DB527F75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D3476-FFA3-6C42-E892-EEA2485CE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70EF-8435-46BA-8B21-8119ED9CF5BF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DB802-551D-31C3-1CD3-877044FAE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46076-37EC-B5FD-C8D2-A19D4157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A681-399F-48C0-9CAF-6D67CC3C62A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0540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2429-18BD-8919-E133-AE7348BDA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C99BA-FA63-161D-4BFB-0132AF3C1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D3498-4129-FD62-870A-6D7FDF24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70EF-8435-46BA-8B21-8119ED9CF5BF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C1426-70AE-424A-63A3-52EDBDA7B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E81E9-69C3-45C2-2363-75FD3268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A681-399F-48C0-9CAF-6D67CC3C62A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159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30291-CE56-8BB7-B768-75D0F30F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9BE2B-A1C6-1A51-F30D-33D8C84C0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EA4DD-127B-F0AB-A789-D7715FB40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3E53F-4633-1466-398F-F3B1DCE6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70EF-8435-46BA-8B21-8119ED9CF5BF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F08E4-DF92-781B-22DE-CFFB0C3A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5B5F7-91C0-734D-C560-C6C54140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A681-399F-48C0-9CAF-6D67CC3C62A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9620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54C1F-E436-E19C-4931-C05428963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33E02-84F0-5C5D-B097-5E307AC6F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318A0-43E3-4F30-3C22-7D03125A7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4F81C-CAA5-89D5-1B3C-B6FC39222F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80773-2E19-11DD-9C2D-2BBC20DD4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AF5076-FB7E-7973-798C-E0AEB5B18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70EF-8435-46BA-8B21-8119ED9CF5BF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D1F51-A046-386B-35F2-FB3B6669F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C987BD-CBB2-588F-EF04-0BF85B9E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A681-399F-48C0-9CAF-6D67CC3C62A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3738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2282-463A-6228-F148-8EEA388E0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69811-ACD4-AE12-1B03-81600A48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70EF-8435-46BA-8B21-8119ED9CF5BF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96A9F-8EDE-0A28-B8C0-38BE42C3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CEC91-F873-820E-FA6A-E836B3AE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A681-399F-48C0-9CAF-6D67CC3C62A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2900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0DBA0-7C9D-BE73-BEDC-5E10F4512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70EF-8435-46BA-8B21-8119ED9CF5BF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DD35F-DEE4-0CDA-8353-0E4EF26D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33D10-5C0F-8FAC-415A-B970F4957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A681-399F-48C0-9CAF-6D67CC3C62A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451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03C9F-D9FA-6874-3BE1-16C3D3DC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1B81C-3FAA-17BF-D94E-DFB343388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15577-E20E-2DF8-23A4-4BFCF66A7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228C0-E2CA-355D-1962-1BA062CD8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70EF-8435-46BA-8B21-8119ED9CF5BF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7E669-81E5-E794-520A-1997C625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4145-D379-1BD5-61D6-96F5C1E0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A681-399F-48C0-9CAF-6D67CC3C62A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192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C4C6-DC60-C201-517D-36D36E3D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4850EA-E6DB-2396-1A3A-2BB973D59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FB644-BEF0-62F2-FA4A-8A863E87A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506DD-C894-0948-8385-851F0AA08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70EF-8435-46BA-8B21-8119ED9CF5BF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9199E-7CEF-3F78-7309-AC52C4B0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530B4-9273-0BF7-F51E-EBE5309BF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A681-399F-48C0-9CAF-6D67CC3C62A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718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F10F-29BE-80F1-C84C-ACA57E30E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F6E0B-45B6-29E4-D584-B1D6D9920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609E7-789F-E476-F2F8-377E4EB48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70EF-8435-46BA-8B21-8119ED9CF5BF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B2D6D-294E-CE6F-FABF-8AE38B31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C7951-D1C6-EA4B-4834-430E6612B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A681-399F-48C0-9CAF-6D67CC3C62A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752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D14C8-DB7B-5BA6-C8EF-53066DE023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BC4CB-58E4-606E-E19F-90F9352DC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7DBFB-3F74-C5BD-B2BC-3B4CF221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70EF-8435-46BA-8B21-8119ED9CF5BF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91310-72BC-B43E-827B-8AC59CDB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1C7F3-F937-50FC-AD21-00398FE4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7A681-399F-48C0-9CAF-6D67CC3C62A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7706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196203-BAD6-0E17-4AFA-A86A6135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C82B7-6E14-8E60-AC0B-FCC338D36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A6767-B971-A053-EB54-536085C4A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F70EF-8435-46BA-8B21-8119ED9CF5BF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C00A2-D98B-9FAB-67F5-E9D8005B71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E1BB3-0C8E-5976-412F-D4BFC7A0B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7A681-399F-48C0-9CAF-6D67CC3C62A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674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85C9BD6-CB29-2737-BACB-8D88B886E2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303792"/>
              </p:ext>
            </p:extLst>
          </p:nvPr>
        </p:nvGraphicFramePr>
        <p:xfrm>
          <a:off x="1876806" y="-920901"/>
          <a:ext cx="8438388" cy="8956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8105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9">
      <a:dk1>
        <a:srgbClr val="353844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81D6BD42E8DF4C91013959704817E1" ma:contentTypeVersion="14" ma:contentTypeDescription="Crear nuevo documento." ma:contentTypeScope="" ma:versionID="cd14e03e9fc6eb087109c39a3de1a2a7">
  <xsd:schema xmlns:xsd="http://www.w3.org/2001/XMLSchema" xmlns:xs="http://www.w3.org/2001/XMLSchema" xmlns:p="http://schemas.microsoft.com/office/2006/metadata/properties" xmlns:ns2="13c90a0b-73bc-4dc0-be5f-28d77b615beb" xmlns:ns3="13c93bba-48ce-428c-bfe5-88b42c19b028" targetNamespace="http://schemas.microsoft.com/office/2006/metadata/properties" ma:root="true" ma:fieldsID="247ff0312e87511bd2ce05ea47f33022" ns2:_="" ns3:_="">
    <xsd:import namespace="13c90a0b-73bc-4dc0-be5f-28d77b615beb"/>
    <xsd:import namespace="13c93bba-48ce-428c-bfe5-88b42c19b02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90a0b-73bc-4dc0-be5f-28d77b615be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42ca037-5d13-4729-aeec-4237f141d2d6}" ma:internalName="TaxCatchAll" ma:showField="CatchAllData" ma:web="13c90a0b-73bc-4dc0-be5f-28d77b615b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93bba-48ce-428c-bfe5-88b42c19b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3c90a0b-73bc-4dc0-be5f-28d77b615beb" xsi:nil="true"/>
    <lcf76f155ced4ddcb4097134ff3c332f xmlns="13c93bba-48ce-428c-bfe5-88b42c19b0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0F3DCF1-60FB-4D7E-8132-F108189F4D7E}"/>
</file>

<file path=customXml/itemProps2.xml><?xml version="1.0" encoding="utf-8"?>
<ds:datastoreItem xmlns:ds="http://schemas.openxmlformats.org/officeDocument/2006/customXml" ds:itemID="{C9B9C05B-A3AB-48F4-8608-D9CAF41DF175}"/>
</file>

<file path=customXml/itemProps3.xml><?xml version="1.0" encoding="utf-8"?>
<ds:datastoreItem xmlns:ds="http://schemas.openxmlformats.org/officeDocument/2006/customXml" ds:itemID="{D35F2424-A2D1-4E63-842D-475674C30BC6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 Moya</dc:creator>
  <cp:lastModifiedBy>Paola Moya</cp:lastModifiedBy>
  <cp:revision>1</cp:revision>
  <dcterms:created xsi:type="dcterms:W3CDTF">2026-02-12T20:52:58Z</dcterms:created>
  <dcterms:modified xsi:type="dcterms:W3CDTF">2026-02-12T20:56:02Z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0x0101006A81D6BD42E8DF4C91013959704817E1</vt:lpwstr>
  </property>
</Properties>
</file>